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11"/>
  </p:notesMasterIdLst>
  <p:sldIdLst>
    <p:sldId id="256" r:id="rId4"/>
    <p:sldId id="257" r:id="rId5"/>
    <p:sldId id="258" r:id="rId6"/>
    <p:sldId id="259" r:id="rId7"/>
    <p:sldId id="267" r:id="rId8"/>
    <p:sldId id="265" r:id="rId9"/>
    <p:sldId id="266" r:id="rId10"/>
    <p:sldId id="260" r:id="rId12"/>
    <p:sldId id="261" r:id="rId13"/>
    <p:sldId id="262" r:id="rId14"/>
    <p:sldId id="263" r:id="rId15"/>
    <p:sldId id="264" r:id="rId16"/>
  </p:sldIdLst>
  <p:sldSz cx="12192000" cy="6858000"/>
  <p:notesSz cx="7559675" cy="106914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notesMaster" Target="notesMasters/notes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7D49BE9-6252-4AAC-A1FA-B08ED452BF9F}" type="datetimeFigureOut">
              <a:rPr lang="en-IN" smtClean="0"/>
            </a:fld>
            <a:endParaRPr lang="en-IN"/>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6702B9A1-F13B-4F4D-A746-EFC6AACE4228}"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02B9A1-F13B-4F4D-A746-EFC6AACE4228}"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286D5849-8684-428A-993C-45803F22994C}" type="slidenum">
              <a:rPr/>
            </a:fld>
            <a:endParaRPr/>
          </a:p>
        </p:txBody>
      </p:sp>
      <p:sp>
        <p:nvSpPr>
          <p:cNvPr id="4" name="PlaceHolder 3"/>
          <p:cNvSpPr>
            <a:spLocks noGrp="1"/>
          </p:cNvSpPr>
          <p:nvPr>
            <p:ph type="dt" idx="1"/>
          </p:nvPr>
        </p:nvSpPr>
        <p:spPr/>
        <p:txBody>
          <a:body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panose="020F0502020204030204"/>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panose="020B0604020202020204"/>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12016ECE-4B9A-42D0-BD5B-64786E15C57D}" type="slidenum">
              <a:rPr/>
            </a:fld>
            <a:endParaRPr/>
          </a:p>
        </p:txBody>
      </p:sp>
      <p:sp>
        <p:nvSpPr>
          <p:cNvPr id="3" name="PlaceHolder 5"/>
          <p:cNvSpPr>
            <a:spLocks noGrp="1"/>
          </p:cNvSpPr>
          <p:nvPr>
            <p:ph type="dt" idx="1"/>
          </p:nvPr>
        </p:nvSpPr>
        <p:spPr/>
        <p:txBody>
          <a:body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panose="020F0502020204030204"/>
            </a:endParaRPr>
          </a:p>
        </p:txBody>
      </p:sp>
      <p:sp>
        <p:nvSpPr>
          <p:cNvPr id="8"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792CF249-90B3-48EE-BDE7-12734A65F67E}" type="slidenum">
              <a:rPr/>
            </a:fld>
            <a:endParaRPr/>
          </a:p>
        </p:txBody>
      </p:sp>
      <p:sp>
        <p:nvSpPr>
          <p:cNvPr id="6" name="PlaceHolder 5"/>
          <p:cNvSpPr>
            <a:spLocks noGrp="1"/>
          </p:cNvSpPr>
          <p:nvPr>
            <p:ph type="dt" idx="1"/>
          </p:nvPr>
        </p:nvSpPr>
        <p:spPr/>
        <p:txBody>
          <a:body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panose="020F0502020204030204"/>
            </a:endParaRPr>
          </a:p>
        </p:txBody>
      </p:sp>
      <p:sp>
        <p:nvSpPr>
          <p:cNvPr id="10"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11"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27A0561E-EED9-4279-835E-BEEF15415829}" type="slidenum">
              <a:rPr/>
            </a:fld>
            <a:endParaRPr/>
          </a:p>
        </p:txBody>
      </p:sp>
      <p:sp>
        <p:nvSpPr>
          <p:cNvPr id="7" name="PlaceHolder 6"/>
          <p:cNvSpPr>
            <a:spLocks noGrp="1"/>
          </p:cNvSpPr>
          <p:nvPr>
            <p:ph type="dt" idx="1"/>
          </p:nvPr>
        </p:nvSpPr>
        <p:spPr/>
        <p:txBody>
          <a:body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panose="020F0502020204030204"/>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BFDE2619-4D87-4FA8-8944-1628CB17CCD0}" type="slidenum">
              <a:rPr/>
            </a:fld>
            <a:endParaRPr/>
          </a:p>
        </p:txBody>
      </p:sp>
      <p:sp>
        <p:nvSpPr>
          <p:cNvPr id="5" name="PlaceHolder 4"/>
          <p:cNvSpPr>
            <a:spLocks noGrp="1"/>
          </p:cNvSpPr>
          <p:nvPr>
            <p:ph type="dt" idx="1"/>
          </p:nvPr>
        </p:nvSpPr>
        <p:spPr/>
        <p:txBody>
          <a:body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panose="020B0604020202020204"/>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9AEDEFB3-0F95-40E4-9C52-DF58C64AA66D}" type="slidenum">
              <a:rPr/>
            </a:fld>
            <a:endParaRPr/>
          </a:p>
        </p:txBody>
      </p:sp>
      <p:sp>
        <p:nvSpPr>
          <p:cNvPr id="5" name="PlaceHolder 4"/>
          <p:cNvSpPr>
            <a:spLocks noGrp="1"/>
          </p:cNvSpPr>
          <p:nvPr>
            <p:ph type="dt" idx="1"/>
          </p:nvPr>
        </p:nvSpPr>
        <p:spPr/>
        <p:txBody>
          <a:body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panose="020F0502020204030204"/>
            </a:endParaRPr>
          </a:p>
        </p:txBody>
      </p:sp>
      <p:sp>
        <p:nvSpPr>
          <p:cNvPr id="15"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16"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17"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ECB04614-8EC5-4E8E-98ED-2C6DA269E2A0}" type="slidenum">
              <a:rPr/>
            </a:fld>
            <a:endParaRPr/>
          </a:p>
        </p:txBody>
      </p:sp>
      <p:sp>
        <p:nvSpPr>
          <p:cNvPr id="8" name="PlaceHolder 7"/>
          <p:cNvSpPr>
            <a:spLocks noGrp="1"/>
          </p:cNvSpPr>
          <p:nvPr>
            <p:ph type="dt" idx="1"/>
          </p:nvPr>
        </p:nvSpPr>
        <p:spPr/>
        <p:txBody>
          <a:body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panose="020F0502020204030204"/>
            </a:endParaRPr>
          </a:p>
        </p:txBody>
      </p:sp>
      <p:sp>
        <p:nvSpPr>
          <p:cNvPr id="19"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20"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21"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1098426A-2EBB-4C8A-BBDA-CD32B5D0DAF3}" type="slidenum">
              <a:rPr/>
            </a:fld>
            <a:endParaRPr/>
          </a:p>
        </p:txBody>
      </p:sp>
      <p:sp>
        <p:nvSpPr>
          <p:cNvPr id="8" name="PlaceHolder 7"/>
          <p:cNvSpPr>
            <a:spLocks noGrp="1"/>
          </p:cNvSpPr>
          <p:nvPr>
            <p:ph type="dt" idx="1"/>
          </p:nvPr>
        </p:nvSpPr>
        <p:spPr/>
        <p:txBody>
          <a:body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panose="020F0502020204030204"/>
            </a:endParaRPr>
          </a:p>
        </p:txBody>
      </p:sp>
      <p:sp>
        <p:nvSpPr>
          <p:cNvPr id="23"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24"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25"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2E493BE2-D468-483E-869C-1C0B29BD40F9}" type="slidenum">
              <a:rPr/>
            </a:fld>
            <a:endParaRPr/>
          </a:p>
        </p:txBody>
      </p:sp>
      <p:sp>
        <p:nvSpPr>
          <p:cNvPr id="8" name="PlaceHolder 7"/>
          <p:cNvSpPr>
            <a:spLocks noGrp="1"/>
          </p:cNvSpPr>
          <p:nvPr>
            <p:ph type="dt" idx="1"/>
          </p:nvPr>
        </p:nvSpPr>
        <p:spPr/>
        <p:txBody>
          <a:body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panose="020F0502020204030204"/>
            </a:endParaRPr>
          </a:p>
        </p:txBody>
      </p:sp>
      <p:sp>
        <p:nvSpPr>
          <p:cNvPr id="27"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28"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CBA0BFFC-73C1-4DEB-A795-6BF06B0D7116}" type="slidenum">
              <a:rPr/>
            </a:fld>
            <a:endParaRPr/>
          </a:p>
        </p:txBody>
      </p:sp>
      <p:sp>
        <p:nvSpPr>
          <p:cNvPr id="7" name="PlaceHolder 6"/>
          <p:cNvSpPr>
            <a:spLocks noGrp="1"/>
          </p:cNvSpPr>
          <p:nvPr>
            <p:ph type="dt" idx="1"/>
          </p:nvPr>
        </p:nvSpPr>
        <p:spPr/>
        <p:txBody>
          <a:body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panose="020F0502020204030204"/>
            </a:endParaRPr>
          </a:p>
        </p:txBody>
      </p:sp>
      <p:sp>
        <p:nvSpPr>
          <p:cNvPr id="30"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31"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32"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33"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93BA42DA-F2BD-4A87-9795-5C212FBD95A1}" type="slidenum">
              <a:rPr/>
            </a:fld>
            <a:endParaRPr/>
          </a:p>
        </p:txBody>
      </p:sp>
      <p:sp>
        <p:nvSpPr>
          <p:cNvPr id="9" name="PlaceHolder 8"/>
          <p:cNvSpPr>
            <a:spLocks noGrp="1"/>
          </p:cNvSpPr>
          <p:nvPr>
            <p:ph type="dt" idx="1"/>
          </p:nvPr>
        </p:nvSpPr>
        <p:spPr/>
        <p:txBody>
          <a:body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panose="020F0502020204030204"/>
            </a:endParaRPr>
          </a:p>
        </p:txBody>
      </p:sp>
      <p:sp>
        <p:nvSpPr>
          <p:cNvPr id="35"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36"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37"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38"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39"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40"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BB1F62A1-0012-4931-A2C8-21C4A9F90687}" type="slidenum">
              <a:rPr/>
            </a:fld>
            <a:endParaRPr/>
          </a:p>
        </p:txBody>
      </p:sp>
      <p:sp>
        <p:nvSpPr>
          <p:cNvPr id="11" name="PlaceHolder 10"/>
          <p:cNvSpPr>
            <a:spLocks noGrp="1"/>
          </p:cNvSpPr>
          <p:nvPr>
            <p:ph type="dt" idx="1"/>
          </p:nvPr>
        </p:nvSpPr>
        <p:spPr/>
        <p:txBody>
          <a:body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9BF0D791-37AA-4005-9B30-82C7CE62AF58}" type="slidenum">
              <a:rPr/>
            </a:fld>
            <a:endParaRPr/>
          </a:p>
        </p:txBody>
      </p:sp>
      <p:sp>
        <p:nvSpPr>
          <p:cNvPr id="4" name="PlaceHolder 3"/>
          <p:cNvSpPr>
            <a:spLocks noGrp="1"/>
          </p:cNvSpPr>
          <p:nvPr>
            <p:ph type="dt" idx="4"/>
          </p:nvPr>
        </p:nvSpPr>
        <p:spPr/>
        <p:txBody>
          <a:body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panose="020F0502020204030204"/>
            </a:endParaRPr>
          </a:p>
        </p:txBody>
      </p:sp>
      <p:sp>
        <p:nvSpPr>
          <p:cNvPr id="47"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panose="020B0604020202020204"/>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5984A1FF-C2F6-4ADB-90BE-B65375F3E5CE}" type="slidenum">
              <a:rPr/>
            </a:fld>
            <a:endParaRPr/>
          </a:p>
        </p:txBody>
      </p:sp>
      <p:sp>
        <p:nvSpPr>
          <p:cNvPr id="6" name="PlaceHolder 5"/>
          <p:cNvSpPr>
            <a:spLocks noGrp="1"/>
          </p:cNvSpPr>
          <p:nvPr>
            <p:ph type="dt" idx="4"/>
          </p:nvPr>
        </p:nvSpPr>
        <p:spPr/>
        <p:txBody>
          <a:body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panose="020F0502020204030204"/>
            </a:endParaRPr>
          </a:p>
        </p:txBody>
      </p:sp>
      <p:sp>
        <p:nvSpPr>
          <p:cNvPr id="49"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5B4BB472-14C5-473B-8E72-3883B651ADE7}" type="slidenum">
              <a:rPr/>
            </a:fld>
            <a:endParaRPr/>
          </a:p>
        </p:txBody>
      </p:sp>
      <p:sp>
        <p:nvSpPr>
          <p:cNvPr id="6" name="PlaceHolder 5"/>
          <p:cNvSpPr>
            <a:spLocks noGrp="1"/>
          </p:cNvSpPr>
          <p:nvPr>
            <p:ph type="dt" idx="4"/>
          </p:nvPr>
        </p:nvSpPr>
        <p:spPr/>
        <p:txBody>
          <a:body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panose="020F0502020204030204"/>
            </a:endParaRPr>
          </a:p>
        </p:txBody>
      </p:sp>
      <p:sp>
        <p:nvSpPr>
          <p:cNvPr id="51"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52"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D09CD14C-427C-4772-8A7F-B4A569383154}" type="slidenum">
              <a:rPr/>
            </a:fld>
            <a:endParaRPr/>
          </a:p>
        </p:txBody>
      </p:sp>
      <p:sp>
        <p:nvSpPr>
          <p:cNvPr id="7" name="PlaceHolder 6"/>
          <p:cNvSpPr>
            <a:spLocks noGrp="1"/>
          </p:cNvSpPr>
          <p:nvPr>
            <p:ph type="dt" idx="4"/>
          </p:nvPr>
        </p:nvSpPr>
        <p:spPr/>
        <p:txBody>
          <a:body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panose="020F0502020204030204"/>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70DFF78F-0B0D-48DC-8DE1-5108E310D1B9}" type="slidenum">
              <a:rPr/>
            </a:fld>
            <a:endParaRPr/>
          </a:p>
        </p:txBody>
      </p:sp>
      <p:sp>
        <p:nvSpPr>
          <p:cNvPr id="5" name="PlaceHolder 4"/>
          <p:cNvSpPr>
            <a:spLocks noGrp="1"/>
          </p:cNvSpPr>
          <p:nvPr>
            <p:ph type="dt" idx="4"/>
          </p:nvPr>
        </p:nvSpPr>
        <p:spPr/>
        <p:txBody>
          <a:body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panose="020B0604020202020204"/>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892B1B03-B09F-4C67-AC67-53D5FBD3811A}" type="slidenum">
              <a:rPr/>
            </a:fld>
            <a:endParaRPr/>
          </a:p>
        </p:txBody>
      </p:sp>
      <p:sp>
        <p:nvSpPr>
          <p:cNvPr id="5" name="PlaceHolder 4"/>
          <p:cNvSpPr>
            <a:spLocks noGrp="1"/>
          </p:cNvSpPr>
          <p:nvPr>
            <p:ph type="dt" idx="4"/>
          </p:nvPr>
        </p:nvSpPr>
        <p:spPr/>
        <p:txBody>
          <a:body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panose="020F0502020204030204"/>
            </a:endParaRPr>
          </a:p>
        </p:txBody>
      </p:sp>
      <p:sp>
        <p:nvSpPr>
          <p:cNvPr id="56"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57"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58"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3C815EA7-756F-4C23-80FF-B32A677CDE50}" type="slidenum">
              <a:rPr/>
            </a:fld>
            <a:endParaRPr/>
          </a:p>
        </p:txBody>
      </p:sp>
      <p:sp>
        <p:nvSpPr>
          <p:cNvPr id="8" name="PlaceHolder 7"/>
          <p:cNvSpPr>
            <a:spLocks noGrp="1"/>
          </p:cNvSpPr>
          <p:nvPr>
            <p:ph type="dt" idx="4"/>
          </p:nvPr>
        </p:nvSpPr>
        <p:spPr/>
        <p:txBody>
          <a:body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panose="020F0502020204030204"/>
            </a:endParaRPr>
          </a:p>
        </p:txBody>
      </p:sp>
      <p:sp>
        <p:nvSpPr>
          <p:cNvPr id="60"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61"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62"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AA6750D5-241B-4A52-9493-B3247EFF5F0D}" type="slidenum">
              <a:rPr/>
            </a:fld>
            <a:endParaRPr/>
          </a:p>
        </p:txBody>
      </p:sp>
      <p:sp>
        <p:nvSpPr>
          <p:cNvPr id="8" name="PlaceHolder 7"/>
          <p:cNvSpPr>
            <a:spLocks noGrp="1"/>
          </p:cNvSpPr>
          <p:nvPr>
            <p:ph type="dt" idx="4"/>
          </p:nvPr>
        </p:nvSpPr>
        <p:spPr/>
        <p:txBody>
          <a:body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panose="020F0502020204030204"/>
            </a:endParaRPr>
          </a:p>
        </p:txBody>
      </p:sp>
      <p:sp>
        <p:nvSpPr>
          <p:cNvPr id="64"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65"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66"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CA67C9C0-5ACE-49E6-8428-35C720AB1CCC}" type="slidenum">
              <a:rPr/>
            </a:fld>
            <a:endParaRPr/>
          </a:p>
        </p:txBody>
      </p:sp>
      <p:sp>
        <p:nvSpPr>
          <p:cNvPr id="8" name="PlaceHolder 7"/>
          <p:cNvSpPr>
            <a:spLocks noGrp="1"/>
          </p:cNvSpPr>
          <p:nvPr>
            <p:ph type="dt" idx="4"/>
          </p:nvPr>
        </p:nvSpPr>
        <p:spPr/>
        <p:txBody>
          <a:body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panose="020F0502020204030204"/>
            </a:endParaRPr>
          </a:p>
        </p:txBody>
      </p:sp>
      <p:sp>
        <p:nvSpPr>
          <p:cNvPr id="68"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69"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B47C3FDD-A121-4926-9C2B-530E627A98B3}" type="slidenum">
              <a:rPr/>
            </a:fld>
            <a:endParaRPr/>
          </a:p>
        </p:txBody>
      </p:sp>
      <p:sp>
        <p:nvSpPr>
          <p:cNvPr id="7" name="PlaceHolder 6"/>
          <p:cNvSpPr>
            <a:spLocks noGrp="1"/>
          </p:cNvSpPr>
          <p:nvPr>
            <p:ph type="dt" idx="4"/>
          </p:nvPr>
        </p:nvSpPr>
        <p:spPr/>
        <p:txBody>
          <a:body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panose="020F0502020204030204"/>
            </a:endParaRPr>
          </a:p>
        </p:txBody>
      </p:sp>
      <p:sp>
        <p:nvSpPr>
          <p:cNvPr id="71"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72"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73"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74"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7" name="PlaceHolder 6"/>
          <p:cNvSpPr>
            <a:spLocks noGrp="1"/>
          </p:cNvSpPr>
          <p:nvPr>
            <p:ph type="ftr" idx="5"/>
          </p:nvPr>
        </p:nvSpPr>
        <p:spPr/>
        <p:txBody>
          <a:bodyPr/>
          <a:lstStyle/>
          <a:p>
            <a:r>
              <a:t>Footer</a:t>
            </a:r>
          </a:p>
        </p:txBody>
      </p:sp>
      <p:sp>
        <p:nvSpPr>
          <p:cNvPr id="8" name="PlaceHolder 7"/>
          <p:cNvSpPr>
            <a:spLocks noGrp="1"/>
          </p:cNvSpPr>
          <p:nvPr>
            <p:ph type="sldNum" idx="6"/>
          </p:nvPr>
        </p:nvSpPr>
        <p:spPr/>
        <p:txBody>
          <a:bodyPr/>
          <a:lstStyle/>
          <a:p>
            <a:fld id="{2A97814F-DA1B-4C6C-A638-3750CE26E53F}" type="slidenum">
              <a:rPr/>
            </a:fld>
            <a:endParaRPr/>
          </a:p>
        </p:txBody>
      </p:sp>
      <p:sp>
        <p:nvSpPr>
          <p:cNvPr id="9" name="PlaceHolder 8"/>
          <p:cNvSpPr>
            <a:spLocks noGrp="1"/>
          </p:cNvSpPr>
          <p:nvPr>
            <p:ph type="dt" idx="4"/>
          </p:nvPr>
        </p:nvSpPr>
        <p:spPr/>
        <p:txBody>
          <a:body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panose="020F0502020204030204"/>
            </a:endParaRPr>
          </a:p>
        </p:txBody>
      </p:sp>
      <p:sp>
        <p:nvSpPr>
          <p:cNvPr id="76"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77"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78"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79"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80"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81"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9" name="PlaceHolder 8"/>
          <p:cNvSpPr>
            <a:spLocks noGrp="1"/>
          </p:cNvSpPr>
          <p:nvPr>
            <p:ph type="ftr" idx="5"/>
          </p:nvPr>
        </p:nvSpPr>
        <p:spPr/>
        <p:txBody>
          <a:bodyPr/>
          <a:lstStyle/>
          <a:p>
            <a:r>
              <a:t>Footer</a:t>
            </a:r>
          </a:p>
        </p:txBody>
      </p:sp>
      <p:sp>
        <p:nvSpPr>
          <p:cNvPr id="10" name="PlaceHolder 9"/>
          <p:cNvSpPr>
            <a:spLocks noGrp="1"/>
          </p:cNvSpPr>
          <p:nvPr>
            <p:ph type="sldNum" idx="6"/>
          </p:nvPr>
        </p:nvSpPr>
        <p:spPr/>
        <p:txBody>
          <a:bodyPr/>
          <a:lstStyle/>
          <a:p>
            <a:fld id="{616AE383-6F63-4610-897F-1DBB41C2CC43}" type="slidenum">
              <a:rPr/>
            </a:fld>
            <a:endParaRPr/>
          </a:p>
        </p:txBody>
      </p:sp>
      <p:sp>
        <p:nvSpPr>
          <p:cNvPr id="11" name="PlaceHolder 10"/>
          <p:cNvSpPr>
            <a:spLocks noGrp="1"/>
          </p:cNvSpPr>
          <p:nvPr>
            <p:ph type="dt" idx="4"/>
          </p:nvPr>
        </p:nvSpPr>
        <p:spPr/>
        <p:txBody>
          <a:body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anchor="b">
            <a:noAutofit/>
          </a:bodyPr>
          <a:lstStyle/>
          <a:p>
            <a:pPr indent="0" algn="ctr" defTabSz="914400">
              <a:lnSpc>
                <a:spcPct val="90000"/>
              </a:lnSpc>
              <a:buNone/>
            </a:pPr>
            <a:r>
              <a:rPr lang="en-US" sz="6000" b="0" strike="noStrike" spc="-1">
                <a:solidFill>
                  <a:schemeClr val="dk1"/>
                </a:solidFill>
                <a:latin typeface="Calibri Light" panose="020F0302020204030204"/>
              </a:rPr>
              <a:t>Click to edit Master title style</a:t>
            </a:r>
            <a:endParaRPr lang="en-US" sz="6000" b="0" strike="noStrike" spc="-1">
              <a:solidFill>
                <a:schemeClr val="dk1"/>
              </a:solidFill>
              <a:latin typeface="Calibri" panose="020F0502020204030204"/>
            </a:endParaRPr>
          </a:p>
        </p:txBody>
      </p:sp>
      <p:sp>
        <p:nvSpPr>
          <p:cNvPr id="6" name="PlaceHolder 2"/>
          <p:cNvSpPr>
            <a:spLocks noGrp="1"/>
          </p:cNvSpPr>
          <p:nvPr>
            <p:ph type="dt" idx="1"/>
          </p:nvPr>
        </p:nvSpPr>
        <p:spPr>
          <a:xfrm>
            <a:off x="838080" y="6356520"/>
            <a:ext cx="2742840" cy="364680"/>
          </a:xfrm>
          <a:prstGeom prst="rect">
            <a:avLst/>
          </a:prstGeom>
          <a:noFill/>
          <a:ln w="0">
            <a:noFill/>
          </a:ln>
        </p:spPr>
        <p:txBody>
          <a:bodyPr anchor="ctr">
            <a:noAutofit/>
          </a:bodyPr>
          <a:lstStyle>
            <a:lvl1pPr indent="0" defTabSz="914400">
              <a:lnSpc>
                <a:spcPct val="100000"/>
              </a:lnSpc>
              <a:buNone/>
              <a:defRPr lang="en-IN" sz="1200" b="0" strike="noStrike" spc="-1">
                <a:solidFill>
                  <a:schemeClr val="dk1">
                    <a:tint val="75000"/>
                  </a:schemeClr>
                </a:solidFill>
                <a:latin typeface="Calibri" panose="020F0502020204030204"/>
              </a:defRPr>
            </a:lvl1pPr>
          </a:lstStyle>
          <a:p>
            <a:pPr indent="0" defTabSz="914400">
              <a:lnSpc>
                <a:spcPct val="100000"/>
              </a:lnSpc>
              <a:buNone/>
            </a:pPr>
            <a:r>
              <a:rPr lang="en-IN" sz="1200" b="0" strike="noStrike" spc="-1">
                <a:solidFill>
                  <a:schemeClr val="dk1">
                    <a:tint val="75000"/>
                  </a:schemeClr>
                </a:solidFill>
                <a:latin typeface="Calibri" panose="020F0502020204030204"/>
              </a:rPr>
              <a:t>&lt;date/time&gt;</a:t>
            </a:r>
            <a:endParaRPr lang="en-IN" sz="1200" b="0" strike="noStrike" spc="-1">
              <a:solidFill>
                <a:srgbClr val="000000"/>
              </a:solidFill>
              <a:latin typeface="Times New Roman" panose="02020603050405020304"/>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anchor="ctr">
            <a:noAutofit/>
          </a:bodyPr>
          <a:lstStyle>
            <a:lvl1pPr indent="0" algn="ctr">
              <a:buNone/>
              <a:defRPr lang="en-IN" sz="1400" b="0" strike="noStrike" spc="-1">
                <a:solidFill>
                  <a:srgbClr val="000000"/>
                </a:solidFill>
                <a:latin typeface="Times New Roman" panose="02020603050405020304"/>
              </a:defRPr>
            </a:lvl1pPr>
          </a:lstStyle>
          <a:p>
            <a:pPr indent="0" algn="ctr">
              <a:buNone/>
            </a:pPr>
            <a:r>
              <a:rPr lang="en-IN" sz="1400" b="0" strike="noStrike" spc="-1">
                <a:solidFill>
                  <a:srgbClr val="000000"/>
                </a:solidFill>
                <a:latin typeface="Times New Roman" panose="02020603050405020304"/>
              </a:rPr>
              <a:t>&lt;footer&gt;</a:t>
            </a:r>
            <a:endParaRPr lang="en-IN" sz="1400" b="0" strike="noStrike" spc="-1">
              <a:solidFill>
                <a:srgbClr val="000000"/>
              </a:solidFill>
              <a:latin typeface="Times New Roman" panose="02020603050405020304"/>
            </a:endParaRP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anchor="ctr">
            <a:noAutofit/>
          </a:bodyPr>
          <a:lstStyle>
            <a:lvl1pPr indent="0" algn="r" defTabSz="914400">
              <a:lnSpc>
                <a:spcPct val="100000"/>
              </a:lnSpc>
              <a:buNone/>
              <a:defRPr lang="en-IN" sz="1200" b="0" strike="noStrike" spc="-1">
                <a:solidFill>
                  <a:schemeClr val="dk1">
                    <a:tint val="75000"/>
                  </a:schemeClr>
                </a:solidFill>
                <a:latin typeface="Calibri" panose="020F0502020204030204"/>
              </a:defRPr>
            </a:lvl1pPr>
          </a:lstStyle>
          <a:p>
            <a:pPr indent="0" algn="r" defTabSz="914400">
              <a:lnSpc>
                <a:spcPct val="100000"/>
              </a:lnSpc>
              <a:buNone/>
            </a:pPr>
            <a:fld id="{D472EEBD-AE27-41EF-97EC-EEBF8BBD2E51}" type="slidenum">
              <a:rPr lang="en-IN" sz="1200" b="0" strike="noStrike" spc="-1">
                <a:solidFill>
                  <a:schemeClr val="dk1">
                    <a:tint val="75000"/>
                  </a:schemeClr>
                </a:solidFill>
                <a:latin typeface="Calibri" panose="020F0502020204030204"/>
              </a:rPr>
            </a:fld>
            <a:endParaRPr lang="en-IN" sz="1200" b="0" strike="noStrike" spc="-1">
              <a:solidFill>
                <a:srgbClr val="000000"/>
              </a:solidFill>
              <a:latin typeface="Times New Roman" panose="02020603050405020304"/>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1800" indent="-323850">
              <a:lnSpc>
                <a:spcPct val="90000"/>
              </a:lnSpc>
              <a:spcBef>
                <a:spcPts val="1415"/>
              </a:spcBef>
              <a:buClr>
                <a:srgbClr val="000000"/>
              </a:buClr>
              <a:buSzPct val="45000"/>
              <a:buFont typeface="Wingdings" panose="05000000000000000000" pitchFamily="2" charset="2"/>
              <a:buChar char=""/>
            </a:pPr>
            <a:r>
              <a:rPr lang="en-US" sz="2800" b="0" strike="noStrike" spc="-1">
                <a:solidFill>
                  <a:schemeClr val="dk1"/>
                </a:solidFill>
                <a:latin typeface="Calibri" panose="020F0502020204030204"/>
              </a:rPr>
              <a:t>Click to edit the outline text format</a:t>
            </a:r>
            <a:endParaRPr lang="en-US" sz="2800" b="0" strike="noStrike" spc="-1">
              <a:solidFill>
                <a:schemeClr val="dk1"/>
              </a:solidFill>
              <a:latin typeface="Calibri" panose="020F0502020204030204"/>
            </a:endParaRPr>
          </a:p>
          <a:p>
            <a:pPr marL="864235" lvl="1" indent="-323850">
              <a:lnSpc>
                <a:spcPct val="90000"/>
              </a:lnSpc>
              <a:spcBef>
                <a:spcPts val="1135"/>
              </a:spcBef>
              <a:buClr>
                <a:srgbClr val="000000"/>
              </a:buClr>
              <a:buSzPct val="75000"/>
              <a:buFont typeface="Symbol" panose="05050102010706020507" charset="2"/>
              <a:buChar char=""/>
            </a:pPr>
            <a:r>
              <a:rPr lang="en-US" sz="2000" b="0" strike="noStrike" spc="-1">
                <a:solidFill>
                  <a:schemeClr val="dk1"/>
                </a:solidFill>
                <a:latin typeface="Calibri" panose="020F0502020204030204"/>
              </a:rPr>
              <a:t>Second Outline Level</a:t>
            </a:r>
            <a:endParaRPr lang="en-US" sz="2000" b="0" strike="noStrike" spc="-1">
              <a:solidFill>
                <a:schemeClr val="dk1"/>
              </a:solidFill>
              <a:latin typeface="Calibri" panose="020F0502020204030204"/>
            </a:endParaRPr>
          </a:p>
          <a:p>
            <a:pPr marL="1296035" lvl="2" indent="-288290">
              <a:lnSpc>
                <a:spcPct val="90000"/>
              </a:lnSpc>
              <a:spcBef>
                <a:spcPts val="850"/>
              </a:spcBef>
              <a:buClr>
                <a:srgbClr val="000000"/>
              </a:buClr>
              <a:buSzPct val="45000"/>
              <a:buFont typeface="Wingdings" panose="05000000000000000000" pitchFamily="2" charset="2"/>
              <a:buChar char=""/>
            </a:pPr>
            <a:r>
              <a:rPr lang="en-US" sz="1800" b="0" strike="noStrike" spc="-1">
                <a:solidFill>
                  <a:schemeClr val="dk1"/>
                </a:solidFill>
                <a:latin typeface="Calibri" panose="020F0502020204030204"/>
              </a:rPr>
              <a:t>Third Outline Level</a:t>
            </a:r>
            <a:endParaRPr lang="en-US" sz="1800" b="0" strike="noStrike" spc="-1">
              <a:solidFill>
                <a:schemeClr val="dk1"/>
              </a:solidFill>
              <a:latin typeface="Calibri" panose="020F0502020204030204"/>
            </a:endParaRPr>
          </a:p>
          <a:p>
            <a:pPr marL="1727835" lvl="3" indent="-215900">
              <a:lnSpc>
                <a:spcPct val="90000"/>
              </a:lnSpc>
              <a:spcBef>
                <a:spcPts val="565"/>
              </a:spcBef>
              <a:buClr>
                <a:srgbClr val="000000"/>
              </a:buClr>
              <a:buSzPct val="75000"/>
              <a:buFont typeface="Symbol" panose="05050102010706020507" charset="2"/>
              <a:buChar char=""/>
            </a:pPr>
            <a:r>
              <a:rPr lang="en-US" sz="1800" b="0" strike="noStrike" spc="-1">
                <a:solidFill>
                  <a:schemeClr val="dk1"/>
                </a:solidFill>
                <a:latin typeface="Calibri" panose="020F0502020204030204"/>
              </a:rPr>
              <a:t>Fourth Outline Level</a:t>
            </a:r>
            <a:endParaRPr lang="en-US" sz="1800" b="0" strike="noStrike" spc="-1">
              <a:solidFill>
                <a:schemeClr val="dk1"/>
              </a:solidFill>
              <a:latin typeface="Calibri" panose="020F0502020204030204"/>
            </a:endParaRPr>
          </a:p>
          <a:p>
            <a:pPr marL="2160270" lvl="4" indent="-215900">
              <a:lnSpc>
                <a:spcPct val="90000"/>
              </a:lnSpc>
              <a:spcBef>
                <a:spcPts val="285"/>
              </a:spcBef>
              <a:buClr>
                <a:srgbClr val="000000"/>
              </a:buClr>
              <a:buSzPct val="45000"/>
              <a:buFont typeface="Wingdings" panose="05000000000000000000" pitchFamily="2" charset="2"/>
              <a:buChar char=""/>
            </a:pPr>
            <a:r>
              <a:rPr lang="en-US" sz="2000" b="0" strike="noStrike" spc="-1">
                <a:solidFill>
                  <a:schemeClr val="dk1"/>
                </a:solidFill>
                <a:latin typeface="Calibri" panose="020F0502020204030204"/>
              </a:rPr>
              <a:t>Fifth Outline Level</a:t>
            </a:r>
            <a:endParaRPr lang="en-US" sz="2000" b="0" strike="noStrike" spc="-1">
              <a:solidFill>
                <a:schemeClr val="dk1"/>
              </a:solidFill>
              <a:latin typeface="Calibri" panose="020F0502020204030204"/>
            </a:endParaRPr>
          </a:p>
          <a:p>
            <a:pPr marL="2592070" lvl="5" indent="-215900">
              <a:lnSpc>
                <a:spcPct val="90000"/>
              </a:lnSpc>
              <a:spcBef>
                <a:spcPts val="285"/>
              </a:spcBef>
              <a:buClr>
                <a:srgbClr val="000000"/>
              </a:buClr>
              <a:buSzPct val="45000"/>
              <a:buFont typeface="Wingdings" panose="05000000000000000000" pitchFamily="2" charset="2"/>
              <a:buChar char=""/>
            </a:pPr>
            <a:r>
              <a:rPr lang="en-US" sz="2000" b="0" strike="noStrike" spc="-1">
                <a:solidFill>
                  <a:schemeClr val="dk1"/>
                </a:solidFill>
                <a:latin typeface="Calibri" panose="020F0502020204030204"/>
              </a:rPr>
              <a:t>Sixth Outline Level</a:t>
            </a:r>
            <a:endParaRPr lang="en-US" sz="2000" b="0" strike="noStrike" spc="-1">
              <a:solidFill>
                <a:schemeClr val="dk1"/>
              </a:solidFill>
              <a:latin typeface="Calibri" panose="020F0502020204030204"/>
            </a:endParaRPr>
          </a:p>
          <a:p>
            <a:pPr marL="3023870" lvl="6" indent="-215900">
              <a:lnSpc>
                <a:spcPct val="90000"/>
              </a:lnSpc>
              <a:spcBef>
                <a:spcPts val="285"/>
              </a:spcBef>
              <a:buClr>
                <a:srgbClr val="000000"/>
              </a:buClr>
              <a:buSzPct val="45000"/>
              <a:buFont typeface="Wingdings" panose="05000000000000000000" pitchFamily="2" charset="2"/>
              <a:buChar char=""/>
            </a:pPr>
            <a:r>
              <a:rPr lang="en-US" sz="2000" b="0" strike="noStrike" spc="-1">
                <a:solidFill>
                  <a:schemeClr val="dk1"/>
                </a:solidFill>
                <a:latin typeface="Calibri" panose="020F0502020204030204"/>
              </a:rPr>
              <a:t>Seventh Outline Level</a:t>
            </a:r>
            <a:endParaRPr lang="en-US" sz="2000" b="0" strike="noStrike" spc="-1">
              <a:solidFill>
                <a:schemeClr val="dk1"/>
              </a:solidFill>
              <a:latin typeface="Calibri" panose="020F05020202040302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defTabSz="914400">
              <a:lnSpc>
                <a:spcPct val="90000"/>
              </a:lnSpc>
              <a:buNone/>
            </a:pPr>
            <a:r>
              <a:rPr lang="en-US" sz="4400" b="0" strike="noStrike" spc="-1">
                <a:solidFill>
                  <a:schemeClr val="dk1"/>
                </a:solidFill>
                <a:latin typeface="Calibri Light" panose="020F0302020204030204"/>
              </a:rPr>
              <a:t>Click to edit Master title style</a:t>
            </a:r>
            <a:endParaRPr lang="en-US" sz="4400" b="0" strike="noStrike" spc="-1">
              <a:solidFill>
                <a:schemeClr val="dk1"/>
              </a:solidFill>
              <a:latin typeface="Calibri" panose="020F0502020204030204"/>
            </a:endParaRPr>
          </a:p>
        </p:txBody>
      </p:sp>
      <p:sp>
        <p:nvSpPr>
          <p:cNvPr id="42" name="PlaceHolder 2"/>
          <p:cNvSpPr>
            <a:spLocks noGrp="1"/>
          </p:cNvSpPr>
          <p:nvPr>
            <p:ph type="body"/>
          </p:nvPr>
        </p:nvSpPr>
        <p:spPr>
          <a:xfrm>
            <a:off x="838080" y="1825560"/>
            <a:ext cx="10515240" cy="4350960"/>
          </a:xfrm>
          <a:prstGeom prst="rect">
            <a:avLst/>
          </a:prstGeom>
          <a:noFill/>
          <a:ln w="0">
            <a:noFill/>
          </a:ln>
        </p:spPr>
        <p:txBody>
          <a:bodyPr anchor="t">
            <a:noAutofit/>
          </a:bodyPr>
          <a:lstStyle/>
          <a:p>
            <a:pPr marL="228600" indent="-228600" defTabSz="914400">
              <a:lnSpc>
                <a:spcPct val="90000"/>
              </a:lnSpc>
              <a:spcBef>
                <a:spcPts val="1000"/>
              </a:spcBef>
              <a:buClr>
                <a:srgbClr val="000000"/>
              </a:buClr>
              <a:buFont typeface="Arial" panose="020B0604020202020204"/>
              <a:buChar char="•"/>
            </a:pPr>
            <a:r>
              <a:rPr lang="en-US" sz="2800" b="0" strike="noStrike" spc="-1">
                <a:solidFill>
                  <a:schemeClr val="dk1"/>
                </a:solidFill>
                <a:latin typeface="Calibri" panose="020F0502020204030204"/>
              </a:rPr>
              <a:t>Edit Master text styles</a:t>
            </a:r>
            <a:endParaRPr lang="en-US" sz="2800" b="0" strike="noStrike" spc="-1">
              <a:solidFill>
                <a:schemeClr val="dk1"/>
              </a:solidFill>
              <a:latin typeface="Calibri" panose="020F0502020204030204"/>
            </a:endParaRPr>
          </a:p>
          <a:p>
            <a:pPr marL="685800" lvl="1" indent="-228600" defTabSz="914400">
              <a:lnSpc>
                <a:spcPct val="90000"/>
              </a:lnSpc>
              <a:spcBef>
                <a:spcPts val="500"/>
              </a:spcBef>
              <a:buClr>
                <a:srgbClr val="000000"/>
              </a:buClr>
              <a:buFont typeface="Arial" panose="020B0604020202020204"/>
              <a:buChar char="•"/>
            </a:pPr>
            <a:r>
              <a:rPr lang="en-US" sz="2400" b="0" strike="noStrike" spc="-1">
                <a:solidFill>
                  <a:schemeClr val="dk1"/>
                </a:solidFill>
                <a:latin typeface="Calibri" panose="020F0502020204030204"/>
              </a:rPr>
              <a:t>Second level</a:t>
            </a:r>
            <a:endParaRPr lang="en-US" sz="2400" b="0" strike="noStrike" spc="-1">
              <a:solidFill>
                <a:schemeClr val="dk1"/>
              </a:solidFill>
              <a:latin typeface="Calibri" panose="020F0502020204030204"/>
            </a:endParaRPr>
          </a:p>
          <a:p>
            <a:pPr marL="1143000" lvl="2" indent="-228600" defTabSz="914400">
              <a:lnSpc>
                <a:spcPct val="90000"/>
              </a:lnSpc>
              <a:spcBef>
                <a:spcPts val="500"/>
              </a:spcBef>
              <a:buClr>
                <a:srgbClr val="000000"/>
              </a:buClr>
              <a:buFont typeface="Arial" panose="020B0604020202020204"/>
              <a:buChar char="•"/>
            </a:pPr>
            <a:r>
              <a:rPr lang="en-US" sz="2000" b="0" strike="noStrike" spc="-1">
                <a:solidFill>
                  <a:schemeClr val="dk1"/>
                </a:solidFill>
                <a:latin typeface="Calibri" panose="020F0502020204030204"/>
              </a:rPr>
              <a:t>Third level</a:t>
            </a:r>
            <a:endParaRPr lang="en-US" sz="2000" b="0" strike="noStrike" spc="-1">
              <a:solidFill>
                <a:schemeClr val="dk1"/>
              </a:solidFill>
              <a:latin typeface="Calibri" panose="020F0502020204030204"/>
            </a:endParaRPr>
          </a:p>
          <a:p>
            <a:pPr marL="1600200" lvl="3" indent="-228600" defTabSz="914400">
              <a:lnSpc>
                <a:spcPct val="90000"/>
              </a:lnSpc>
              <a:spcBef>
                <a:spcPts val="500"/>
              </a:spcBef>
              <a:buClr>
                <a:srgbClr val="000000"/>
              </a:buClr>
              <a:buFont typeface="Arial" panose="020B0604020202020204"/>
              <a:buChar char="•"/>
            </a:pPr>
            <a:r>
              <a:rPr lang="en-US" sz="1800" b="0" strike="noStrike" spc="-1">
                <a:solidFill>
                  <a:schemeClr val="dk1"/>
                </a:solidFill>
                <a:latin typeface="Calibri" panose="020F0502020204030204"/>
              </a:rPr>
              <a:t>Fourth level</a:t>
            </a:r>
            <a:endParaRPr lang="en-US" sz="1800" b="0" strike="noStrike" spc="-1">
              <a:solidFill>
                <a:schemeClr val="dk1"/>
              </a:solidFill>
              <a:latin typeface="Calibri" panose="020F0502020204030204"/>
            </a:endParaRPr>
          </a:p>
          <a:p>
            <a:pPr marL="2057400" lvl="4" indent="-228600" defTabSz="914400">
              <a:lnSpc>
                <a:spcPct val="90000"/>
              </a:lnSpc>
              <a:spcBef>
                <a:spcPts val="500"/>
              </a:spcBef>
              <a:buClr>
                <a:srgbClr val="000000"/>
              </a:buClr>
              <a:buFont typeface="Arial" panose="020B0604020202020204"/>
              <a:buChar char="•"/>
            </a:pPr>
            <a:r>
              <a:rPr lang="en-US" sz="1800" b="0" strike="noStrike" spc="-1">
                <a:solidFill>
                  <a:schemeClr val="dk1"/>
                </a:solidFill>
                <a:latin typeface="Calibri" panose="020F0502020204030204"/>
              </a:rPr>
              <a:t>Fifth level</a:t>
            </a:r>
            <a:endParaRPr lang="en-US" sz="1800" b="0" strike="noStrike" spc="-1">
              <a:solidFill>
                <a:schemeClr val="dk1"/>
              </a:solidFill>
              <a:latin typeface="Calibri" panose="020F0502020204030204"/>
            </a:endParaRPr>
          </a:p>
        </p:txBody>
      </p:sp>
      <p:sp>
        <p:nvSpPr>
          <p:cNvPr id="43" name="PlaceHolder 3"/>
          <p:cNvSpPr>
            <a:spLocks noGrp="1"/>
          </p:cNvSpPr>
          <p:nvPr>
            <p:ph type="dt" idx="4"/>
          </p:nvPr>
        </p:nvSpPr>
        <p:spPr>
          <a:xfrm>
            <a:off x="838080" y="6356520"/>
            <a:ext cx="2742840" cy="364680"/>
          </a:xfrm>
          <a:prstGeom prst="rect">
            <a:avLst/>
          </a:prstGeom>
          <a:noFill/>
          <a:ln w="0">
            <a:noFill/>
          </a:ln>
        </p:spPr>
        <p:txBody>
          <a:bodyPr anchor="ctr">
            <a:noAutofit/>
          </a:bodyPr>
          <a:lstStyle>
            <a:lvl1pPr indent="0" defTabSz="914400">
              <a:lnSpc>
                <a:spcPct val="100000"/>
              </a:lnSpc>
              <a:buNone/>
              <a:defRPr lang="en-IN" sz="1200" b="0" strike="noStrike" spc="-1">
                <a:solidFill>
                  <a:schemeClr val="dk1">
                    <a:tint val="75000"/>
                  </a:schemeClr>
                </a:solidFill>
                <a:latin typeface="Calibri" panose="020F0502020204030204"/>
              </a:defRPr>
            </a:lvl1pPr>
          </a:lstStyle>
          <a:p>
            <a:pPr indent="0" defTabSz="914400">
              <a:lnSpc>
                <a:spcPct val="100000"/>
              </a:lnSpc>
              <a:buNone/>
            </a:pPr>
            <a:r>
              <a:rPr lang="en-IN" sz="1200" b="0" strike="noStrike" spc="-1">
                <a:solidFill>
                  <a:schemeClr val="dk1">
                    <a:tint val="75000"/>
                  </a:schemeClr>
                </a:solidFill>
                <a:latin typeface="Calibri" panose="020F0502020204030204"/>
              </a:rPr>
              <a:t>&lt;date/time&gt;</a:t>
            </a:r>
            <a:endParaRPr lang="en-IN" sz="1200" b="0" strike="noStrike" spc="-1">
              <a:solidFill>
                <a:srgbClr val="000000"/>
              </a:solidFill>
              <a:latin typeface="Times New Roman" panose="02020603050405020304"/>
            </a:endParaRPr>
          </a:p>
        </p:txBody>
      </p:sp>
      <p:sp>
        <p:nvSpPr>
          <p:cNvPr id="44" name="PlaceHolder 4"/>
          <p:cNvSpPr>
            <a:spLocks noGrp="1"/>
          </p:cNvSpPr>
          <p:nvPr>
            <p:ph type="ftr" idx="5"/>
          </p:nvPr>
        </p:nvSpPr>
        <p:spPr>
          <a:xfrm>
            <a:off x="4038480" y="6356520"/>
            <a:ext cx="4114440" cy="364680"/>
          </a:xfrm>
          <a:prstGeom prst="rect">
            <a:avLst/>
          </a:prstGeom>
          <a:noFill/>
          <a:ln w="0">
            <a:noFill/>
          </a:ln>
        </p:spPr>
        <p:txBody>
          <a:bodyPr anchor="ctr">
            <a:noAutofit/>
          </a:bodyPr>
          <a:lstStyle>
            <a:lvl1pPr indent="0" algn="ctr">
              <a:buNone/>
              <a:defRPr lang="en-IN" sz="1400" b="0" strike="noStrike" spc="-1">
                <a:solidFill>
                  <a:srgbClr val="000000"/>
                </a:solidFill>
                <a:latin typeface="Times New Roman" panose="02020603050405020304"/>
              </a:defRPr>
            </a:lvl1pPr>
          </a:lstStyle>
          <a:p>
            <a:pPr indent="0" algn="ctr">
              <a:buNone/>
            </a:pPr>
            <a:r>
              <a:rPr lang="en-IN" sz="1400" b="0" strike="noStrike" spc="-1">
                <a:solidFill>
                  <a:srgbClr val="000000"/>
                </a:solidFill>
                <a:latin typeface="Times New Roman" panose="02020603050405020304"/>
              </a:rPr>
              <a:t>&lt;footer&gt;</a:t>
            </a:r>
            <a:endParaRPr lang="en-IN" sz="1400" b="0" strike="noStrike" spc="-1">
              <a:solidFill>
                <a:srgbClr val="000000"/>
              </a:solidFill>
              <a:latin typeface="Times New Roman" panose="02020603050405020304"/>
            </a:endParaRPr>
          </a:p>
        </p:txBody>
      </p:sp>
      <p:sp>
        <p:nvSpPr>
          <p:cNvPr id="45" name="PlaceHolder 5"/>
          <p:cNvSpPr>
            <a:spLocks noGrp="1"/>
          </p:cNvSpPr>
          <p:nvPr>
            <p:ph type="sldNum" idx="6"/>
          </p:nvPr>
        </p:nvSpPr>
        <p:spPr>
          <a:xfrm>
            <a:off x="8610480" y="6356520"/>
            <a:ext cx="2742840" cy="364680"/>
          </a:xfrm>
          <a:prstGeom prst="rect">
            <a:avLst/>
          </a:prstGeom>
          <a:noFill/>
          <a:ln w="0">
            <a:noFill/>
          </a:ln>
        </p:spPr>
        <p:txBody>
          <a:bodyPr anchor="ctr">
            <a:noAutofit/>
          </a:bodyPr>
          <a:lstStyle>
            <a:lvl1pPr indent="0" algn="r" defTabSz="914400">
              <a:lnSpc>
                <a:spcPct val="100000"/>
              </a:lnSpc>
              <a:buNone/>
              <a:defRPr lang="en-IN" sz="1200" b="0" strike="noStrike" spc="-1">
                <a:solidFill>
                  <a:schemeClr val="dk1">
                    <a:tint val="75000"/>
                  </a:schemeClr>
                </a:solidFill>
                <a:latin typeface="Calibri" panose="020F0502020204030204"/>
              </a:defRPr>
            </a:lvl1pPr>
          </a:lstStyle>
          <a:p>
            <a:pPr indent="0" algn="r" defTabSz="914400">
              <a:lnSpc>
                <a:spcPct val="100000"/>
              </a:lnSpc>
              <a:buNone/>
            </a:pPr>
            <a:fld id="{EC9FB7F3-B916-44C2-9F76-857042E7F469}" type="slidenum">
              <a:rPr lang="en-IN" sz="1200" b="0" strike="noStrike" spc="-1">
                <a:solidFill>
                  <a:schemeClr val="dk1">
                    <a:tint val="75000"/>
                  </a:schemeClr>
                </a:solidFill>
                <a:latin typeface="Calibri" panose="020F0502020204030204"/>
              </a:rPr>
            </a:fld>
            <a:endParaRPr lang="en-IN" sz="1200" b="0" strike="noStrike" spc="-1">
              <a:solidFill>
                <a:srgbClr val="000000"/>
              </a:solidFill>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583550" y="1504115"/>
            <a:ext cx="11122920" cy="2387160"/>
          </a:xfrm>
          <a:prstGeom prst="rect">
            <a:avLst/>
          </a:prstGeom>
          <a:noFill/>
          <a:ln w="0">
            <a:noFill/>
          </a:ln>
        </p:spPr>
        <p:txBody>
          <a:bodyPr anchor="b">
            <a:normAutofit fontScale="64491"/>
          </a:bodyPr>
          <a:lstStyle/>
          <a:p>
            <a:pPr indent="0" algn="ctr" defTabSz="914400">
              <a:lnSpc>
                <a:spcPct val="90000"/>
              </a:lnSpc>
              <a:buNone/>
            </a:pPr>
            <a:br>
              <a:rPr sz="6000"/>
            </a:br>
            <a:r>
              <a:rPr lang="en-IN" sz="6825" b="1" strike="noStrike" spc="-1">
                <a:solidFill>
                  <a:srgbClr val="7030A0"/>
                </a:solidFill>
                <a:latin typeface="Calibri" panose="020F0502020204030204"/>
              </a:rPr>
              <a:t>CYBER GYAN VIRTUAL INTERNSHIP PROGRAM</a:t>
            </a:r>
            <a:br>
              <a:rPr sz="6825"/>
            </a:br>
            <a:r>
              <a:rPr lang="en-IN" sz="6825" b="1" strike="noStrike" spc="-1">
                <a:solidFill>
                  <a:srgbClr val="FF0000"/>
                </a:solidFill>
                <a:latin typeface="Calibri" panose="020F0502020204030204"/>
              </a:rPr>
              <a:t>Centre for Development of Advanced Computing (CDAC), Noida</a:t>
            </a:r>
            <a:br>
              <a:rPr sz="6825"/>
            </a:br>
            <a:endParaRPr lang="en-US" sz="6825" b="0" strike="noStrike" spc="-1">
              <a:solidFill>
                <a:schemeClr val="dk1"/>
              </a:solidFill>
              <a:latin typeface="Calibri" panose="020F0502020204030204"/>
            </a:endParaRPr>
          </a:p>
        </p:txBody>
      </p:sp>
      <p:sp>
        <p:nvSpPr>
          <p:cNvPr id="83" name="PlaceHolder 2"/>
          <p:cNvSpPr>
            <a:spLocks noGrp="1"/>
          </p:cNvSpPr>
          <p:nvPr>
            <p:ph type="subTitle"/>
          </p:nvPr>
        </p:nvSpPr>
        <p:spPr>
          <a:xfrm>
            <a:off x="1282580" y="3428805"/>
            <a:ext cx="9143640" cy="1655280"/>
          </a:xfrm>
          <a:prstGeom prst="rect">
            <a:avLst/>
          </a:prstGeom>
          <a:noFill/>
          <a:ln w="0">
            <a:noFill/>
          </a:ln>
        </p:spPr>
        <p:txBody>
          <a:bodyPr anchor="t">
            <a:noAutofit/>
          </a:bodyPr>
          <a:lstStyle/>
          <a:p>
            <a:pPr indent="0" algn="ctr" defTabSz="914400">
              <a:lnSpc>
                <a:spcPct val="90000"/>
              </a:lnSpc>
              <a:spcBef>
                <a:spcPts val="1000"/>
              </a:spcBef>
              <a:buNone/>
              <a:tabLst>
                <a:tab pos="0" algn="l"/>
              </a:tabLst>
            </a:pPr>
            <a:r>
              <a:rPr lang="en-IN" sz="3200" b="1" u="sng" strike="noStrike" spc="-1" dirty="0">
                <a:solidFill>
                  <a:schemeClr val="accent1">
                    <a:lumMod val="75000"/>
                  </a:schemeClr>
                </a:solidFill>
                <a:uFillTx/>
                <a:latin typeface="Calibri" panose="020F0502020204030204"/>
              </a:rPr>
              <a:t>Submitted By:</a:t>
            </a:r>
            <a:endParaRPr lang="en-IN" sz="3200" b="0" strike="noStrike" spc="-1" dirty="0">
              <a:solidFill>
                <a:srgbClr val="000000"/>
              </a:solidFill>
              <a:latin typeface="Arial" panose="020B0604020202020204"/>
            </a:endParaRPr>
          </a:p>
          <a:p>
            <a:pPr indent="0" algn="ctr" defTabSz="914400">
              <a:lnSpc>
                <a:spcPct val="90000"/>
              </a:lnSpc>
              <a:spcBef>
                <a:spcPts val="1000"/>
              </a:spcBef>
              <a:buNone/>
              <a:tabLst>
                <a:tab pos="0" algn="l"/>
              </a:tabLst>
            </a:pPr>
            <a:r>
              <a:rPr lang="en-IN" sz="2800" b="1" spc="-1" dirty="0">
                <a:solidFill>
                  <a:srgbClr val="00B050"/>
                </a:solidFill>
                <a:latin typeface="Calibri" panose="020F0502020204030204"/>
              </a:rPr>
              <a:t>Purva Rajendra Markam</a:t>
            </a:r>
            <a:endParaRPr lang="en-IN" sz="2800" b="0" strike="noStrike" spc="-1" dirty="0">
              <a:solidFill>
                <a:srgbClr val="000000"/>
              </a:solidFill>
              <a:latin typeface="Arial" panose="020B0604020202020204"/>
            </a:endParaRPr>
          </a:p>
          <a:p>
            <a:pPr indent="0" algn="ctr" defTabSz="914400">
              <a:lnSpc>
                <a:spcPct val="90000"/>
              </a:lnSpc>
              <a:spcBef>
                <a:spcPts val="1000"/>
              </a:spcBef>
              <a:buNone/>
              <a:tabLst>
                <a:tab pos="0" algn="l"/>
              </a:tabLst>
            </a:pPr>
            <a:r>
              <a:rPr lang="en-IN" sz="2800" b="1" strike="noStrike" spc="-1" dirty="0">
                <a:solidFill>
                  <a:srgbClr val="00B050"/>
                </a:solidFill>
                <a:latin typeface="Calibri" panose="020F0502020204030204"/>
              </a:rPr>
              <a:t>Project Trainee, (13-26 </a:t>
            </a:r>
            <a:r>
              <a:rPr lang="en-IN" sz="2800" b="1" spc="-1" dirty="0" err="1">
                <a:solidFill>
                  <a:srgbClr val="00B050"/>
                </a:solidFill>
                <a:latin typeface="Calibri" panose="020F0502020204030204"/>
              </a:rPr>
              <a:t>jan</a:t>
            </a:r>
            <a:r>
              <a:rPr lang="en-IN" sz="2800" b="1" strike="noStrike" spc="-1" dirty="0">
                <a:solidFill>
                  <a:srgbClr val="00B050"/>
                </a:solidFill>
                <a:latin typeface="Calibri" panose="020F0502020204030204"/>
              </a:rPr>
              <a:t>) 2025</a:t>
            </a:r>
            <a:endParaRPr lang="en-IN" sz="2800" b="0" strike="noStrike" spc="-1" dirty="0">
              <a:solidFill>
                <a:srgbClr val="000000"/>
              </a:solidFill>
              <a:latin typeface="Arial" panose="020B0604020202020204"/>
            </a:endParaRPr>
          </a:p>
          <a:p>
            <a:pPr indent="0" algn="ctr" defTabSz="914400">
              <a:lnSpc>
                <a:spcPct val="90000"/>
              </a:lnSpc>
              <a:spcBef>
                <a:spcPts val="1000"/>
              </a:spcBef>
              <a:buNone/>
              <a:tabLst>
                <a:tab pos="0" algn="l"/>
              </a:tabLst>
            </a:pPr>
            <a:endParaRPr lang="en-IN" sz="2400" b="0" strike="noStrike" spc="-1" dirty="0">
              <a:solidFill>
                <a:srgbClr val="000000"/>
              </a:solidFill>
              <a:latin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p:nvPr>
        </p:nvSpPr>
        <p:spPr>
          <a:xfrm>
            <a:off x="838080" y="570240"/>
            <a:ext cx="10515240" cy="5606280"/>
          </a:xfrm>
          <a:prstGeom prst="rect">
            <a:avLst/>
          </a:prstGeom>
          <a:noFill/>
          <a:ln w="0">
            <a:noFill/>
          </a:ln>
        </p:spPr>
        <p:txBody>
          <a:bodyPr anchor="t">
            <a:normAutofit/>
          </a:bodyPr>
          <a:lstStyle/>
          <a:p>
            <a:pPr indent="0" algn="ctr" defTabSz="914400">
              <a:lnSpc>
                <a:spcPct val="90000"/>
              </a:lnSpc>
              <a:spcBef>
                <a:spcPts val="1000"/>
              </a:spcBef>
              <a:buNone/>
              <a:tabLst>
                <a:tab pos="0" algn="l"/>
              </a:tabLst>
            </a:pPr>
            <a:r>
              <a:rPr lang="en-IN" sz="4800" b="1" strike="noStrike" spc="-1" dirty="0">
                <a:solidFill>
                  <a:schemeClr val="accent1">
                    <a:lumMod val="75000"/>
                  </a:schemeClr>
                </a:solidFill>
                <a:latin typeface="Calibri" panose="020F0502020204030204"/>
              </a:rPr>
              <a:t>TOPIC NAME</a:t>
            </a:r>
            <a:endParaRPr lang="en-US" sz="4800" b="0" strike="noStrike" spc="-1" dirty="0">
              <a:solidFill>
                <a:schemeClr val="dk1"/>
              </a:solidFill>
              <a:latin typeface="Calibri" panose="020F0502020204030204"/>
            </a:endParaRPr>
          </a:p>
        </p:txBody>
      </p:sp>
      <p:sp>
        <p:nvSpPr>
          <p:cNvPr id="3" name="TextBox 2"/>
          <p:cNvSpPr txBox="1"/>
          <p:nvPr/>
        </p:nvSpPr>
        <p:spPr>
          <a:xfrm>
            <a:off x="838200" y="1789430"/>
            <a:ext cx="10684510" cy="4498975"/>
          </a:xfrm>
          <a:prstGeom prst="rect">
            <a:avLst/>
          </a:prstGeom>
          <a:noFill/>
        </p:spPr>
        <p:txBody>
          <a:bodyPr wrap="square">
            <a:noAutofit/>
          </a:bodyPr>
          <a:lstStyle/>
          <a:p>
            <a:pPr marL="0" indent="0" algn="ctr">
              <a:buNone/>
            </a:pPr>
            <a:r>
              <a:rPr lang="en-IN" sz="2800" b="1" u="sng" dirty="0">
                <a:solidFill>
                  <a:schemeClr val="accent1"/>
                </a:solidFill>
                <a:effectLst>
                  <a:outerShdw blurRad="38100" dist="25400" dir="5400000" algn="ctr" rotWithShape="0">
                    <a:srgbClr val="6E747A">
                      <a:alpha val="43000"/>
                    </a:srgbClr>
                  </a:outerShdw>
                </a:effectLst>
                <a:latin typeface="Calibri" panose="020F0502020204030204" charset="0"/>
                <a:ea typeface="Times New Roman" panose="02020603050405020304" pitchFamily="18" charset="0"/>
                <a:sym typeface="+mn-ea"/>
              </a:rPr>
              <a:t>Digital forensics</a:t>
            </a:r>
            <a:r>
              <a:rPr lang="en-IN" sz="2800" b="1" dirty="0">
                <a:solidFill>
                  <a:schemeClr val="accent1"/>
                </a:solidFill>
                <a:effectLst>
                  <a:outerShdw blurRad="38100" dist="25400" dir="5400000" algn="ctr" rotWithShape="0">
                    <a:srgbClr val="6E747A">
                      <a:alpha val="43000"/>
                    </a:srgbClr>
                  </a:outerShdw>
                </a:effectLst>
                <a:latin typeface="Calibri" panose="020F0502020204030204" charset="0"/>
                <a:ea typeface="Times New Roman" panose="02020603050405020304" pitchFamily="18" charset="0"/>
                <a:sym typeface="+mn-ea"/>
              </a:rPr>
              <a:t> (</a:t>
            </a:r>
            <a:r>
              <a:rPr lang="en-IN" sz="2800" b="1"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charset="0"/>
                <a:ea typeface="Times New Roman" panose="02020603050405020304" pitchFamily="18" charset="0"/>
                <a:sym typeface="+mn-ea"/>
              </a:rPr>
              <a:t>Disk forensics</a:t>
            </a:r>
            <a:r>
              <a:rPr lang="en-IN" sz="2800" b="1" dirty="0">
                <a:solidFill>
                  <a:schemeClr val="accent1"/>
                </a:solidFill>
                <a:effectLst>
                  <a:outerShdw blurRad="38100" dist="25400" dir="5400000" algn="ctr" rotWithShape="0">
                    <a:srgbClr val="6E747A">
                      <a:alpha val="43000"/>
                    </a:srgbClr>
                  </a:outerShdw>
                </a:effectLst>
                <a:latin typeface="Calibri" panose="020F0502020204030204" charset="0"/>
                <a:ea typeface="Times New Roman" panose="02020603050405020304" pitchFamily="18" charset="0"/>
                <a:sym typeface="+mn-ea"/>
              </a:rPr>
              <a:t>)</a:t>
            </a:r>
            <a:endParaRPr lang="en-IN" sz="2800" b="1" dirty="0">
              <a:solidFill>
                <a:schemeClr val="accent1"/>
              </a:solidFill>
              <a:effectLst>
                <a:outerShdw blurRad="38100" dist="25400" dir="5400000" algn="ctr" rotWithShape="0">
                  <a:srgbClr val="6E747A">
                    <a:alpha val="43000"/>
                  </a:srgbClr>
                </a:outerShdw>
              </a:effectLst>
              <a:latin typeface="Calibri" panose="020F0502020204030204" charset="0"/>
              <a:ea typeface="Times New Roman" panose="02020603050405020304" pitchFamily="18" charset="0"/>
            </a:endParaRPr>
          </a:p>
          <a:p>
            <a:pPr marL="571500" indent="-342900" algn="l">
              <a:lnSpc>
                <a:spcPct val="90000"/>
              </a:lnSpc>
              <a:spcBef>
                <a:spcPts val="1415"/>
              </a:spcBef>
              <a:buClrTx/>
              <a:buSzTx/>
              <a:buFont typeface="Arial" panose="020B0604020202020204" pitchFamily="34" charset="0"/>
              <a:buChar char="•"/>
            </a:pPr>
            <a:r>
              <a:rPr lang="en-US" sz="2000" spc="-1" dirty="0">
                <a:solidFill>
                  <a:schemeClr val="dk1"/>
                </a:solidFill>
                <a:latin typeface="Calibri" panose="020F0502020204030204"/>
                <a:sym typeface="+mn-ea"/>
              </a:rPr>
              <a:t>Disk forensics, also known as computer or digital forensics, is a branch of forensic science that focuses on the collection, preservation, analysis, and interpretation of digital data stored on computer storage devices, such as hard disk drives (HDDs), solid-state drives (SSDs), and other media.</a:t>
            </a:r>
            <a:endParaRPr lang="en-US" sz="2000" b="0" i="0" spc="-1" dirty="0">
              <a:solidFill>
                <a:schemeClr val="dk1"/>
              </a:solidFill>
              <a:latin typeface="Calibri" panose="020F0502020204030204"/>
            </a:endParaRPr>
          </a:p>
          <a:p>
            <a:pPr marL="571500" indent="-342900" algn="l">
              <a:lnSpc>
                <a:spcPct val="90000"/>
              </a:lnSpc>
              <a:spcBef>
                <a:spcPts val="1415"/>
              </a:spcBef>
              <a:buClrTx/>
              <a:buSzTx/>
              <a:buFont typeface="Arial" panose="020B0604020202020204" pitchFamily="34" charset="0"/>
              <a:buChar char="•"/>
            </a:pPr>
            <a:r>
              <a:rPr lang="en-US" sz="2000" spc="-1" dirty="0">
                <a:solidFill>
                  <a:schemeClr val="dk1"/>
                </a:solidFill>
                <a:latin typeface="Calibri" panose="020F0502020204030204"/>
                <a:sym typeface="+mn-ea"/>
              </a:rPr>
              <a:t>The primary goal of disk forensics is to investigate and gather evidence related to computer crimes or incidents. It involves the systematic examination of digital storage media to recover, analyze, and interpret data that may be relevant to a legal investigation or an organization's internal investigation</a:t>
            </a:r>
            <a:endParaRPr lang="en-US" sz="2000" spc="-1" dirty="0">
              <a:solidFill>
                <a:schemeClr val="dk1"/>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indent="0" algn="ctr" defTabSz="914400">
              <a:lnSpc>
                <a:spcPct val="90000"/>
              </a:lnSpc>
              <a:buNone/>
            </a:pPr>
            <a:r>
              <a:rPr lang="en-IN" sz="5400" b="1" strike="noStrike" spc="-1">
                <a:solidFill>
                  <a:schemeClr val="accent1">
                    <a:lumMod val="75000"/>
                  </a:schemeClr>
                </a:solidFill>
                <a:latin typeface="Calibri" panose="020F0502020204030204"/>
              </a:rPr>
              <a:t>PROBLEM STATEMENT</a:t>
            </a:r>
            <a:endParaRPr lang="en-US" sz="5400" b="0" strike="noStrike" spc="-1">
              <a:solidFill>
                <a:schemeClr val="dk1"/>
              </a:solidFill>
              <a:latin typeface="Calibri" panose="020F0502020204030204"/>
            </a:endParaRPr>
          </a:p>
        </p:txBody>
      </p:sp>
      <p:sp>
        <p:nvSpPr>
          <p:cNvPr id="86" name="PlaceHolder 2"/>
          <p:cNvSpPr>
            <a:spLocks noGrp="1"/>
          </p:cNvSpPr>
          <p:nvPr>
            <p:ph/>
          </p:nvPr>
        </p:nvSpPr>
        <p:spPr>
          <a:xfrm>
            <a:off x="838080" y="1825560"/>
            <a:ext cx="10515240" cy="4350960"/>
          </a:xfrm>
          <a:prstGeom prst="rect">
            <a:avLst/>
          </a:prstGeom>
          <a:noFill/>
          <a:ln w="0">
            <a:noFill/>
          </a:ln>
        </p:spPr>
        <p:txBody>
          <a:bodyPr anchor="t">
            <a:noAutofit/>
          </a:bodyPr>
          <a:lstStyle/>
          <a:p>
            <a:pPr indent="0">
              <a:lnSpc>
                <a:spcPct val="90000"/>
              </a:lnSpc>
              <a:spcBef>
                <a:spcPts val="1415"/>
              </a:spcBef>
              <a:buNone/>
            </a:pPr>
            <a:r>
              <a:rPr lang="en-US" sz="2000" b="0" strike="noStrike" spc="-1" dirty="0">
                <a:solidFill>
                  <a:schemeClr val="dk1"/>
                </a:solidFill>
                <a:latin typeface="Calibri" panose="020F0502020204030204"/>
              </a:rPr>
              <a:t>The increasing frequency and severity of mass shootings have raised concerns about the ability of law enforcement agencies to identify and prevent such incidents. In many cases, the perpetrators of mass shootings have left behind digital evidence of their plans and motivations, which can be found on their computers, smartphones, and other digital devices. However, the sheer volume and complexity of digital data can make it difficult for investigators to identify and analyze this evidence in a timely and effective manner.</a:t>
            </a:r>
            <a:endParaRPr lang="en-US" sz="2000" b="0" strike="noStrike" spc="-1" dirty="0">
              <a:solidFill>
                <a:schemeClr val="dk1"/>
              </a:solidFill>
              <a:latin typeface="Calibri" panose="020F0502020204030204"/>
            </a:endParaRPr>
          </a:p>
          <a:p>
            <a:pPr indent="0">
              <a:lnSpc>
                <a:spcPct val="90000"/>
              </a:lnSpc>
              <a:spcBef>
                <a:spcPts val="1415"/>
              </a:spcBef>
              <a:buNone/>
            </a:pPr>
            <a:r>
              <a:rPr lang="en-IN" sz="2000" b="1" dirty="0">
                <a:solidFill>
                  <a:schemeClr val="accent1"/>
                </a:solidFill>
                <a:effectLst>
                  <a:outerShdw blurRad="38100" dist="25400" dir="5400000" algn="ctr" rotWithShape="0">
                    <a:srgbClr val="6E747A">
                      <a:alpha val="43000"/>
                    </a:srgbClr>
                  </a:outerShdw>
                </a:effectLst>
                <a:latin typeface="Calibri" panose="020F0502020204030204" charset="0"/>
                <a:ea typeface="Calibri" panose="020F0502020204030204" charset="0"/>
                <a:sym typeface="+mn-ea"/>
              </a:rPr>
              <a:t>Title of the project</a:t>
            </a:r>
            <a:r>
              <a:rPr lang="en-IN" sz="2000" b="1" dirty="0">
                <a:solidFill>
                  <a:srgbClr val="000000"/>
                </a:solidFill>
                <a:effectLst/>
                <a:latin typeface="Calibri" panose="020F0502020204030204" charset="0"/>
                <a:ea typeface="Calibri" panose="020F0502020204030204" charset="0"/>
                <a:sym typeface="+mn-ea"/>
              </a:rPr>
              <a:t>:</a:t>
            </a:r>
            <a:r>
              <a:rPr lang="en-IN" sz="2000" dirty="0">
                <a:solidFill>
                  <a:srgbClr val="000000"/>
                </a:solidFill>
                <a:effectLst/>
                <a:latin typeface="Calibri" panose="020F0502020204030204" charset="0"/>
                <a:ea typeface="Calibri" panose="020F0502020204030204" charset="0"/>
                <a:sym typeface="+mn-ea"/>
              </a:rPr>
              <a:t> Finding the digital evidences for planning for mass shooting using Disk Forensics.</a:t>
            </a:r>
            <a:endParaRPr lang="en-IN" sz="2000" dirty="0">
              <a:solidFill>
                <a:srgbClr val="000000"/>
              </a:solidFill>
              <a:effectLst/>
              <a:latin typeface="Calibri" panose="020F0502020204030204" charset="0"/>
              <a:ea typeface="Calibri" panose="020F0502020204030204" charset="0"/>
              <a:sym typeface="+mn-ea"/>
            </a:endParaRPr>
          </a:p>
          <a:p>
            <a:pPr indent="0">
              <a:lnSpc>
                <a:spcPct val="90000"/>
              </a:lnSpc>
              <a:spcBef>
                <a:spcPts val="1415"/>
              </a:spcBef>
              <a:buNone/>
            </a:pPr>
            <a:r>
              <a:rPr lang="en-IN" sz="2000" b="1" dirty="0">
                <a:solidFill>
                  <a:schemeClr val="accent1"/>
                </a:solidFill>
                <a:effectLst>
                  <a:outerShdw blurRad="38100" dist="25400" dir="5400000" algn="ctr" rotWithShape="0">
                    <a:srgbClr val="6E747A">
                      <a:alpha val="43000"/>
                    </a:srgbClr>
                  </a:outerShdw>
                </a:effectLst>
                <a:latin typeface="Calibri" panose="020F0502020204030204" charset="0"/>
                <a:ea typeface="Times New Roman" panose="02020603050405020304" pitchFamily="18" charset="0"/>
                <a:cs typeface="Calibri" panose="020F0502020204030204" charset="0"/>
                <a:sym typeface="+mn-ea"/>
              </a:rPr>
              <a:t>Description of the project</a:t>
            </a:r>
            <a:r>
              <a:rPr lang="en-IN" sz="2000" dirty="0">
                <a:solidFill>
                  <a:schemeClr val="accent1"/>
                </a:solidFill>
                <a:effectLst>
                  <a:outerShdw blurRad="38100" dist="25400" dir="5400000" algn="ctr" rotWithShape="0">
                    <a:srgbClr val="6E747A">
                      <a:alpha val="43000"/>
                    </a:srgbClr>
                  </a:outerShdw>
                </a:effectLst>
                <a:latin typeface="Calibri" panose="020F0502020204030204" charset="0"/>
                <a:ea typeface="Times New Roman" panose="02020603050405020304" pitchFamily="18" charset="0"/>
                <a:cs typeface="Calibri" panose="020F0502020204030204" charset="0"/>
                <a:sym typeface="+mn-ea"/>
              </a:rPr>
              <a:t>:</a:t>
            </a:r>
            <a:r>
              <a:rPr lang="en-IN" sz="2000" dirty="0">
                <a:solidFill>
                  <a:srgbClr val="000000"/>
                </a:solidFill>
                <a:effectLst/>
                <a:latin typeface="Calibri" panose="020F0502020204030204" charset="0"/>
                <a:ea typeface="Times New Roman" panose="02020603050405020304" pitchFamily="18" charset="0"/>
                <a:cs typeface="Calibri" panose="020F0502020204030204" charset="0"/>
                <a:sym typeface="+mn-ea"/>
              </a:rPr>
              <a:t>  </a:t>
            </a:r>
            <a:r>
              <a:rPr lang="en-IN" sz="2000" dirty="0">
                <a:solidFill>
                  <a:srgbClr val="000000"/>
                </a:solidFill>
                <a:effectLst/>
                <a:latin typeface="Calibri" panose="020F0502020204030204" charset="0"/>
                <a:ea typeface="Times New Roman" panose="02020603050405020304" pitchFamily="18" charset="0"/>
                <a:sym typeface="+mn-ea"/>
              </a:rPr>
              <a:t>The 2018 Lone Wolf scenario is a set of materials from a fictional seizure of a laptop of a fictional individual who was planning a mass shooting. In the scenario, the individual’s brother alerted the police regarding the increasingly concerning behaviour of his brother. As a result of the alert, the police seized the brother’s laptop. The laptop was then imaged with the FTK Imager program.</a:t>
            </a:r>
            <a:endParaRPr lang="en-IN" sz="2000" dirty="0"/>
          </a:p>
          <a:p>
            <a:pPr indent="0">
              <a:lnSpc>
                <a:spcPct val="90000"/>
              </a:lnSpc>
              <a:spcBef>
                <a:spcPts val="1415"/>
              </a:spcBef>
              <a:buNone/>
            </a:pPr>
            <a:endParaRPr lang="en-US" sz="2000" b="0" strike="noStrike" spc="-1" dirty="0">
              <a:solidFill>
                <a:schemeClr val="dk1"/>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indent="0" algn="ctr" defTabSz="914400">
              <a:lnSpc>
                <a:spcPct val="90000"/>
              </a:lnSpc>
              <a:buNone/>
            </a:pPr>
            <a:r>
              <a:rPr lang="en-IN" sz="5400" b="1" strike="noStrike" spc="-1">
                <a:solidFill>
                  <a:schemeClr val="accent1">
                    <a:lumMod val="75000"/>
                  </a:schemeClr>
                </a:solidFill>
                <a:latin typeface="Calibri" panose="020F0502020204030204"/>
              </a:rPr>
              <a:t>TECHNOLOGY/TOOLS TO BE USED</a:t>
            </a:r>
            <a:endParaRPr lang="en-US" sz="5400" b="0" strike="noStrike" spc="-1">
              <a:solidFill>
                <a:schemeClr val="dk1"/>
              </a:solidFill>
              <a:latin typeface="Calibri" panose="020F0502020204030204"/>
            </a:endParaRPr>
          </a:p>
        </p:txBody>
      </p:sp>
      <p:sp>
        <p:nvSpPr>
          <p:cNvPr id="88" name="PlaceHolder 2"/>
          <p:cNvSpPr>
            <a:spLocks noGrp="1"/>
          </p:cNvSpPr>
          <p:nvPr>
            <p:ph/>
          </p:nvPr>
        </p:nvSpPr>
        <p:spPr>
          <a:xfrm>
            <a:off x="838080" y="1825560"/>
            <a:ext cx="10515240" cy="4350960"/>
          </a:xfrm>
          <a:prstGeom prst="rect">
            <a:avLst/>
          </a:prstGeom>
          <a:noFill/>
          <a:ln w="0">
            <a:noFill/>
          </a:ln>
        </p:spPr>
        <p:txBody>
          <a:bodyPr anchor="t">
            <a:noAutofit/>
          </a:bodyPr>
          <a:lstStyle/>
          <a:p>
            <a:pPr algn="just">
              <a:lnSpc>
                <a:spcPct val="107000"/>
              </a:lnSpc>
              <a:spcAft>
                <a:spcPts val="800"/>
              </a:spcAft>
            </a:pPr>
            <a:r>
              <a:rPr lang="en-IN" sz="2000" b="1" dirty="0">
                <a:solidFill>
                  <a:schemeClr val="accent1"/>
                </a:solidFill>
                <a:effectLst>
                  <a:outerShdw blurRad="38100" dist="25400" dir="5400000" algn="ctr" rotWithShape="0">
                    <a:srgbClr val="6E747A">
                      <a:alpha val="43000"/>
                    </a:srgbClr>
                  </a:outerShdw>
                </a:effectLst>
                <a:latin typeface="Calibri" panose="020F0502020204030204" charset="0"/>
                <a:ea typeface="Calibri" panose="020F0502020204030204" charset="0"/>
                <a:sym typeface="+mn-ea"/>
              </a:rPr>
              <a:t>Autopsy</a:t>
            </a:r>
            <a:r>
              <a:rPr lang="en-US" sz="2000" spc="-1" dirty="0">
                <a:solidFill>
                  <a:schemeClr val="dk1"/>
                </a:solidFill>
                <a:latin typeface="Calibri" panose="020F0502020204030204"/>
                <a:sym typeface="+mn-ea"/>
              </a:rPr>
              <a:t>: Autopsy is computer software that makes it simpler to deploy many of the open source programs and plugins used in The Sleuth Kit. The graphical user interface displays the results from the forensic search of the underlying volume, making it easier for investigators to flag pertinent sections of data.</a:t>
            </a:r>
            <a:endParaRPr lang="en-US" sz="2000" spc="-1" dirty="0">
              <a:solidFill>
                <a:schemeClr val="dk1"/>
              </a:solidFill>
              <a:latin typeface="Calibri" panose="020F0502020204030204"/>
            </a:endParaRPr>
          </a:p>
          <a:p>
            <a:pPr algn="just">
              <a:lnSpc>
                <a:spcPct val="107000"/>
              </a:lnSpc>
              <a:spcAft>
                <a:spcPts val="800"/>
              </a:spcAft>
            </a:pPr>
            <a:r>
              <a:rPr lang="en-IN" sz="2000" b="1" dirty="0">
                <a:solidFill>
                  <a:schemeClr val="accent1"/>
                </a:solidFill>
                <a:effectLst>
                  <a:outerShdw blurRad="38100" dist="25400" dir="5400000" algn="ctr" rotWithShape="0">
                    <a:srgbClr val="6E747A">
                      <a:alpha val="43000"/>
                    </a:srgbClr>
                  </a:outerShdw>
                </a:effectLst>
                <a:latin typeface="Calibri" panose="020F0502020204030204" charset="0"/>
                <a:ea typeface="Calibri" panose="020F0502020204030204" charset="0"/>
                <a:sym typeface="+mn-ea"/>
              </a:rPr>
              <a:t>FTK Imager</a:t>
            </a:r>
            <a:r>
              <a:rPr lang="en-US" sz="2000" spc="-1" dirty="0">
                <a:solidFill>
                  <a:schemeClr val="dk1"/>
                </a:solidFill>
                <a:latin typeface="Calibri" panose="020F0502020204030204"/>
                <a:sym typeface="+mn-ea"/>
              </a:rPr>
              <a:t>: This tool saves an image of a hard disk in one file or in segments that may be later on reconstructed. It calculates MD5 and SHA1 hash values and can verify the integrity of the data imaged is consistent with the created forensic image. The forensic image can be saved in several formats, including DD/raw, E01, and AD1.</a:t>
            </a:r>
            <a:endParaRPr lang="en-US" sz="2000" spc="-1" dirty="0">
              <a:solidFill>
                <a:schemeClr val="dk1"/>
              </a:solidFill>
              <a:latin typeface="Calibri" panose="020F0502020204030204"/>
            </a:endParaRPr>
          </a:p>
          <a:p>
            <a:pPr indent="0">
              <a:lnSpc>
                <a:spcPct val="90000"/>
              </a:lnSpc>
              <a:spcBef>
                <a:spcPts val="1415"/>
              </a:spcBef>
              <a:buNone/>
            </a:pPr>
            <a:endParaRPr lang="en-US" sz="2800" b="0" strike="noStrike" spc="-1" dirty="0">
              <a:solidFill>
                <a:schemeClr val="dk1"/>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indent="0" algn="ctr" defTabSz="914400">
              <a:lnSpc>
                <a:spcPct val="90000"/>
              </a:lnSpc>
              <a:buNone/>
            </a:pPr>
            <a:r>
              <a:rPr lang="en-IN" sz="4400" b="1" strike="noStrike" spc="-1" dirty="0">
                <a:solidFill>
                  <a:schemeClr val="accent1">
                    <a:lumMod val="75000"/>
                  </a:schemeClr>
                </a:solidFill>
                <a:latin typeface="Calibri" panose="020F0502020204030204"/>
              </a:rPr>
              <a:t>ABOUT THE ATTACK/TOPIC/PROBLEM STATEMENT</a:t>
            </a:r>
            <a:endParaRPr lang="en-US" sz="4400" b="0" strike="noStrike" spc="-1" dirty="0">
              <a:solidFill>
                <a:schemeClr val="dk1"/>
              </a:solidFill>
              <a:latin typeface="Calibri" panose="020F0502020204030204"/>
            </a:endParaRPr>
          </a:p>
        </p:txBody>
      </p:sp>
      <p:sp>
        <p:nvSpPr>
          <p:cNvPr id="90" name="PlaceHolder 2"/>
          <p:cNvSpPr>
            <a:spLocks noGrp="1"/>
          </p:cNvSpPr>
          <p:nvPr>
            <p:ph/>
          </p:nvPr>
        </p:nvSpPr>
        <p:spPr>
          <a:xfrm>
            <a:off x="838080" y="1825560"/>
            <a:ext cx="10515240" cy="4350960"/>
          </a:xfrm>
          <a:prstGeom prst="rect">
            <a:avLst/>
          </a:prstGeom>
          <a:noFill/>
          <a:ln w="0">
            <a:noFill/>
          </a:ln>
        </p:spPr>
        <p:txBody>
          <a:bodyPr anchor="t">
            <a:noAutofit/>
          </a:bodyPr>
          <a:lstStyle/>
          <a:p>
            <a:pPr marL="0" indent="0" algn="l">
              <a:buNone/>
            </a:pPr>
            <a:r>
              <a:rPr lang="en-US" sz="2000" b="0" strike="noStrike" spc="-1" dirty="0">
                <a:solidFill>
                  <a:schemeClr val="dk1"/>
                </a:solidFill>
                <a:latin typeface="Calibri" panose="020F0502020204030204"/>
              </a:rPr>
              <a:t>Mass Shooting AttackA mass shooting is a type of violent attack where an individual or individuals use firearms to shoot and kill multiple people in a single incident.</a:t>
            </a:r>
            <a:endParaRPr lang="en-US" sz="2000" b="0" strike="noStrike" spc="-1" dirty="0">
              <a:solidFill>
                <a:schemeClr val="dk1"/>
              </a:solidFill>
              <a:latin typeface="Calibri" panose="020F0502020204030204"/>
            </a:endParaRPr>
          </a:p>
          <a:p>
            <a:pPr marL="0" indent="0" algn="l">
              <a:buNone/>
            </a:pPr>
            <a:r>
              <a:rPr lang="en-US" sz="2000" b="0" strike="noStrike" spc="-1" dirty="0">
                <a:solidFill>
                  <a:schemeClr val="dk1"/>
                </a:solidFill>
                <a:latin typeface="Calibri" panose="020F0502020204030204"/>
              </a:rPr>
              <a:t>These attacks can occur in various locations, such as schools, workplaces, shopping centers, or other public areas.</a:t>
            </a:r>
            <a:r>
              <a:rPr lang="en-US" sz="2000" spc="-1" dirty="0">
                <a:solidFill>
                  <a:schemeClr val="dk1"/>
                </a:solidFill>
                <a:latin typeface="Calibri" panose="020F0502020204030204"/>
                <a:sym typeface="+mn-ea"/>
              </a:rPr>
              <a:t>The 2018 Lone Wolf scenario is a set of materials from the a fictional seizure of a laptop of a fictional individual who was planning a mass shooting. In the scenario, the individual’s brother alerted the police regarding the increasingly concerning behavior of his brother. As a result of the alert, the police seized the brother’s laptop. The laptop was then imaged with the FTK Imager program.</a:t>
            </a:r>
            <a:endParaRPr lang="en-US" sz="2000" b="0" i="0" spc="-1" dirty="0">
              <a:solidFill>
                <a:schemeClr val="dk1"/>
              </a:solidFill>
              <a:latin typeface="Calibri" panose="020F0502020204030204"/>
            </a:endParaRPr>
          </a:p>
          <a:p>
            <a:pPr marL="0" indent="0">
              <a:buNone/>
            </a:pPr>
            <a:r>
              <a:rPr lang="en-US" sz="2000" spc="-1" dirty="0">
                <a:solidFill>
                  <a:schemeClr val="dk1"/>
                </a:solidFill>
                <a:latin typeface="Calibri" panose="020F0502020204030204"/>
                <a:sym typeface="+mn-ea"/>
              </a:rPr>
              <a:t>This scenario was created by Thomas Moore, a student at George Mason University, as his final project for CRFS 780: Cloud Forensics, taught in Spring 2018 by Simson Garfinkel. The purpose of the scenario is to give students the chance to work with a dataset that contains cloud artifacts left on clients, and to provide a scenario with a realistic size.</a:t>
            </a:r>
            <a:endParaRPr lang="en-US" sz="2000" spc="-1" dirty="0">
              <a:solidFill>
                <a:schemeClr val="dk1"/>
              </a:solidFill>
              <a:latin typeface="Calibri" panose="020F0502020204030204"/>
            </a:endParaRPr>
          </a:p>
          <a:p>
            <a:pPr indent="0">
              <a:lnSpc>
                <a:spcPct val="90000"/>
              </a:lnSpc>
              <a:spcBef>
                <a:spcPts val="1415"/>
              </a:spcBef>
              <a:buNone/>
            </a:pPr>
            <a:endParaRPr lang="en-US" sz="2000" b="0" strike="noStrike" spc="-1" dirty="0">
              <a:solidFill>
                <a:schemeClr val="dk1"/>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indent="0" algn="ctr" defTabSz="914400">
              <a:lnSpc>
                <a:spcPct val="90000"/>
              </a:lnSpc>
              <a:buNone/>
            </a:pPr>
            <a:r>
              <a:rPr lang="en-IN" sz="4400" b="1" strike="noStrike" spc="-1" dirty="0">
                <a:solidFill>
                  <a:schemeClr val="accent1">
                    <a:lumMod val="75000"/>
                  </a:schemeClr>
                </a:solidFill>
                <a:latin typeface="Calibri" panose="020F0502020204030204"/>
              </a:rPr>
              <a:t>ABOUT THE ATTACK/TOPIC/PROBLEM STATEMENT</a:t>
            </a:r>
            <a:endParaRPr lang="en-US" sz="4400" b="0" strike="noStrike" spc="-1" dirty="0">
              <a:solidFill>
                <a:schemeClr val="dk1"/>
              </a:solidFill>
              <a:latin typeface="Calibri" panose="020F0502020204030204"/>
            </a:endParaRPr>
          </a:p>
        </p:txBody>
      </p:sp>
      <p:sp>
        <p:nvSpPr>
          <p:cNvPr id="90" name="PlaceHolder 2"/>
          <p:cNvSpPr>
            <a:spLocks noGrp="1"/>
          </p:cNvSpPr>
          <p:nvPr>
            <p:ph/>
          </p:nvPr>
        </p:nvSpPr>
        <p:spPr>
          <a:xfrm>
            <a:off x="0" y="2014855"/>
            <a:ext cx="12002135" cy="5361940"/>
          </a:xfrm>
          <a:prstGeom prst="rect">
            <a:avLst/>
          </a:prstGeom>
          <a:noFill/>
          <a:ln w="0">
            <a:noFill/>
          </a:ln>
        </p:spPr>
        <p:txBody>
          <a:bodyPr anchor="t">
            <a:noAutofit/>
          </a:bodyPr>
          <a:lstStyle/>
          <a:p>
            <a:pPr indent="0">
              <a:spcBef>
                <a:spcPts val="1415"/>
              </a:spcBef>
              <a:buNone/>
            </a:pPr>
            <a:r>
              <a:rPr lang="en-US" sz="2000" b="0" strike="noStrike" spc="-1" dirty="0">
                <a:solidFill>
                  <a:schemeClr val="dk1"/>
                </a:solidFill>
                <a:latin typeface="Calibri" panose="020F0502020204030204"/>
              </a:rPr>
              <a:t>Motivations behind Mass Shootings:</a:t>
            </a:r>
            <a:endParaRPr lang="en-US" sz="2000" b="0" strike="noStrike" spc="-1" dirty="0">
              <a:solidFill>
                <a:schemeClr val="dk1"/>
              </a:solidFill>
              <a:latin typeface="Calibri" panose="020F0502020204030204"/>
            </a:endParaRPr>
          </a:p>
          <a:p>
            <a:pPr indent="0">
              <a:spcBef>
                <a:spcPts val="1415"/>
              </a:spcBef>
              <a:buNone/>
            </a:pPr>
            <a:r>
              <a:rPr lang="en-US" sz="2000" b="0" strike="noStrike" spc="-1" dirty="0">
                <a:solidFill>
                  <a:schemeClr val="dk1"/>
                </a:solidFill>
                <a:latin typeface="Calibri" panose="020F0502020204030204"/>
              </a:rPr>
              <a:t>The motivations behind mass shootings can vary, but some common factors include:</a:t>
            </a:r>
            <a:endParaRPr lang="en-US" sz="2000" b="0" strike="noStrike" spc="-1" dirty="0">
              <a:solidFill>
                <a:schemeClr val="dk1"/>
              </a:solidFill>
              <a:latin typeface="Calibri" panose="020F0502020204030204"/>
            </a:endParaRPr>
          </a:p>
          <a:p>
            <a:pPr marL="742950" indent="-514350">
              <a:spcBef>
                <a:spcPts val="1415"/>
              </a:spcBef>
              <a:buAutoNum type="arabicPeriod"/>
            </a:pPr>
            <a:r>
              <a:rPr lang="en-US" sz="2000" b="0" strike="noStrike" spc="-1" dirty="0">
                <a:solidFill>
                  <a:schemeClr val="dk1"/>
                </a:solidFill>
                <a:latin typeface="Calibri" panose="020F0502020204030204"/>
              </a:rPr>
              <a:t>Mental health issues: Many perpetrators of mass shootings have been found to have mental health issues, such as depression, anxiety, or personality disorders.</a:t>
            </a:r>
            <a:endParaRPr lang="en-US" sz="2000" b="0" strike="noStrike" spc="-1" dirty="0">
              <a:solidFill>
                <a:schemeClr val="dk1"/>
              </a:solidFill>
              <a:latin typeface="Calibri" panose="020F0502020204030204"/>
            </a:endParaRPr>
          </a:p>
          <a:p>
            <a:pPr marL="742950" indent="-514350">
              <a:spcBef>
                <a:spcPts val="1415"/>
              </a:spcBef>
              <a:buAutoNum type="arabicPeriod"/>
            </a:pPr>
            <a:r>
              <a:rPr lang="en-US" sz="2000" b="0" strike="noStrike" spc="-1" dirty="0">
                <a:solidFill>
                  <a:schemeClr val="dk1"/>
                </a:solidFill>
                <a:latin typeface="Calibri" panose="020F0502020204030204"/>
              </a:rPr>
              <a:t> Anger and resentment: Some individuals may feel angry or resentful towards society, and may use mass shootings as a way to express their feelings.</a:t>
            </a:r>
            <a:endParaRPr lang="en-US" sz="2000" b="0" strike="noStrike" spc="-1" dirty="0">
              <a:solidFill>
                <a:schemeClr val="dk1"/>
              </a:solidFill>
              <a:latin typeface="Calibri" panose="020F0502020204030204"/>
            </a:endParaRPr>
          </a:p>
          <a:p>
            <a:pPr marL="742950" indent="-514350">
              <a:spcBef>
                <a:spcPts val="1415"/>
              </a:spcBef>
              <a:buAutoNum type="arabicPeriod"/>
            </a:pPr>
            <a:r>
              <a:rPr lang="en-US" sz="2000" b="0" strike="noStrike" spc="-1" dirty="0">
                <a:solidFill>
                  <a:schemeClr val="dk1"/>
                </a:solidFill>
                <a:latin typeface="Calibri" panose="020F0502020204030204"/>
              </a:rPr>
              <a:t> Ideological extremism: Some perpetrators may be motivated by extremist ideologies, such as white supremacy or terrorism.</a:t>
            </a:r>
            <a:endParaRPr lang="en-US" sz="2000" b="0" strike="noStrike" spc="-1" dirty="0">
              <a:solidFill>
                <a:schemeClr val="dk1"/>
              </a:solidFill>
              <a:latin typeface="Calibri" panose="020F0502020204030204"/>
            </a:endParaRPr>
          </a:p>
          <a:p>
            <a:pPr marL="742950" indent="-514350">
              <a:spcBef>
                <a:spcPts val="1415"/>
              </a:spcBef>
              <a:buAutoNum type="arabicPeriod"/>
            </a:pPr>
            <a:r>
              <a:rPr lang="en-US" sz="2000" b="0" strike="noStrike" spc="-1" dirty="0">
                <a:solidFill>
                  <a:schemeClr val="dk1"/>
                </a:solidFill>
                <a:latin typeface="Calibri" panose="020F0502020204030204"/>
              </a:rPr>
              <a:t> Personal grievances: Some individuals may have personal grievances, such as a grudge against a particular person or group.</a:t>
            </a:r>
            <a:endParaRPr lang="en-US" sz="2000" b="0" strike="noStrike" spc="-1" dirty="0">
              <a:solidFill>
                <a:schemeClr val="dk1"/>
              </a:solidFill>
              <a:latin typeface="Calibri" panose="020F0502020204030204"/>
            </a:endParaRPr>
          </a:p>
          <a:p>
            <a:pPr indent="0">
              <a:lnSpc>
                <a:spcPct val="90000"/>
              </a:lnSpc>
              <a:spcBef>
                <a:spcPts val="1415"/>
              </a:spcBef>
              <a:buNone/>
            </a:pPr>
            <a:endParaRPr lang="en-US" sz="2000" b="0" strike="noStrike" spc="-1" dirty="0">
              <a:solidFill>
                <a:schemeClr val="dk1"/>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indent="0" algn="ctr" defTabSz="914400">
              <a:lnSpc>
                <a:spcPct val="90000"/>
              </a:lnSpc>
              <a:buNone/>
            </a:pPr>
            <a:r>
              <a:rPr lang="en-IN" sz="4400" b="1" strike="noStrike" spc="-1" dirty="0">
                <a:solidFill>
                  <a:schemeClr val="accent1">
                    <a:lumMod val="75000"/>
                  </a:schemeClr>
                </a:solidFill>
                <a:latin typeface="Calibri" panose="020F0502020204030204"/>
              </a:rPr>
              <a:t>ABOUT THE ATTACK/TOPIC/PROBLEM STATEMENT</a:t>
            </a:r>
            <a:endParaRPr lang="en-US" sz="4400" b="0" strike="noStrike" spc="-1" dirty="0">
              <a:solidFill>
                <a:schemeClr val="dk1"/>
              </a:solidFill>
              <a:latin typeface="Calibri" panose="020F0502020204030204"/>
            </a:endParaRPr>
          </a:p>
        </p:txBody>
      </p:sp>
      <p:sp>
        <p:nvSpPr>
          <p:cNvPr id="90" name="PlaceHolder 2"/>
          <p:cNvSpPr>
            <a:spLocks noGrp="1"/>
          </p:cNvSpPr>
          <p:nvPr>
            <p:ph/>
          </p:nvPr>
        </p:nvSpPr>
        <p:spPr>
          <a:xfrm>
            <a:off x="158115" y="2013585"/>
            <a:ext cx="11770995" cy="4162425"/>
          </a:xfrm>
          <a:prstGeom prst="rect">
            <a:avLst/>
          </a:prstGeom>
          <a:noFill/>
          <a:ln w="0">
            <a:noFill/>
          </a:ln>
        </p:spPr>
        <p:txBody>
          <a:bodyPr anchor="t">
            <a:noAutofit/>
          </a:bodyPr>
          <a:lstStyle/>
          <a:p>
            <a:pPr indent="0">
              <a:lnSpc>
                <a:spcPct val="90000"/>
              </a:lnSpc>
              <a:spcBef>
                <a:spcPts val="1415"/>
              </a:spcBef>
              <a:buNone/>
            </a:pPr>
            <a:r>
              <a:rPr lang="en-US" sz="2000" b="0" strike="noStrike" spc="-1" dirty="0">
                <a:solidFill>
                  <a:schemeClr val="dk1"/>
                </a:solidFill>
                <a:latin typeface="Calibri" panose="020F0502020204030204"/>
              </a:rPr>
              <a:t>Digital Evidence in Mass Shootings</a:t>
            </a:r>
            <a:endParaRPr lang="en-US" sz="2000" b="0" strike="noStrike" spc="-1" dirty="0">
              <a:solidFill>
                <a:schemeClr val="dk1"/>
              </a:solidFill>
              <a:latin typeface="Calibri" panose="020F0502020204030204"/>
            </a:endParaRPr>
          </a:p>
          <a:p>
            <a:pPr indent="0">
              <a:lnSpc>
                <a:spcPct val="90000"/>
              </a:lnSpc>
              <a:spcBef>
                <a:spcPts val="1415"/>
              </a:spcBef>
              <a:buNone/>
            </a:pPr>
            <a:r>
              <a:rPr lang="en-US" sz="2000" b="0" strike="noStrike" spc="-1" dirty="0">
                <a:solidFill>
                  <a:schemeClr val="dk1"/>
                </a:solidFill>
                <a:latin typeface="Calibri" panose="020F0502020204030204"/>
              </a:rPr>
              <a:t>In many cases, perpetrators of mass shootings leave behind digital evidence that can provide clues about their motivations, plans, and actions. This digital evidence can include:</a:t>
            </a:r>
            <a:endParaRPr lang="en-US" sz="2000" b="0" strike="noStrike" spc="-1" dirty="0">
              <a:solidFill>
                <a:schemeClr val="dk1"/>
              </a:solidFill>
              <a:latin typeface="Calibri" panose="020F0502020204030204"/>
            </a:endParaRPr>
          </a:p>
          <a:p>
            <a:pPr marL="742950" indent="-514350">
              <a:lnSpc>
                <a:spcPct val="90000"/>
              </a:lnSpc>
              <a:spcBef>
                <a:spcPts val="1415"/>
              </a:spcBef>
              <a:buAutoNum type="arabicPeriod"/>
            </a:pPr>
            <a:r>
              <a:rPr lang="en-US" sz="2000" b="0" strike="noStrike" spc="-1" dirty="0">
                <a:solidFill>
                  <a:schemeClr val="dk1"/>
                </a:solidFill>
                <a:latin typeface="Calibri" panose="020F0502020204030204"/>
              </a:rPr>
              <a:t>Social media posts: Perpetrators may post about their intentions or motivations on social media platforms.</a:t>
            </a:r>
            <a:endParaRPr lang="en-US" sz="2000" b="0" strike="noStrike" spc="-1" dirty="0">
              <a:solidFill>
                <a:schemeClr val="dk1"/>
              </a:solidFill>
              <a:latin typeface="Calibri" panose="020F0502020204030204"/>
            </a:endParaRPr>
          </a:p>
          <a:p>
            <a:pPr marL="742950" indent="-514350">
              <a:lnSpc>
                <a:spcPct val="90000"/>
              </a:lnSpc>
              <a:spcBef>
                <a:spcPts val="1415"/>
              </a:spcBef>
              <a:buAutoNum type="arabicPeriod"/>
            </a:pPr>
            <a:r>
              <a:rPr lang="en-US" sz="2000" b="0" strike="noStrike" spc="-1" dirty="0">
                <a:solidFill>
                  <a:schemeClr val="dk1"/>
                </a:solidFill>
                <a:latin typeface="Calibri" panose="020F0502020204030204"/>
              </a:rPr>
              <a:t> Online searches: Perpetrators may conduct online searches for information about firearms, explosives, or other topics related to the attack.</a:t>
            </a:r>
            <a:endParaRPr lang="en-US" sz="2000" b="0" strike="noStrike" spc="-1" dirty="0">
              <a:solidFill>
                <a:schemeClr val="dk1"/>
              </a:solidFill>
              <a:latin typeface="Calibri" panose="020F0502020204030204"/>
            </a:endParaRPr>
          </a:p>
          <a:p>
            <a:pPr marL="742950" indent="-514350">
              <a:lnSpc>
                <a:spcPct val="90000"/>
              </a:lnSpc>
              <a:spcBef>
                <a:spcPts val="1415"/>
              </a:spcBef>
              <a:buAutoNum type="arabicPeriod"/>
            </a:pPr>
            <a:r>
              <a:rPr lang="en-US" sz="2000" b="0" strike="noStrike" spc="-1" dirty="0">
                <a:solidFill>
                  <a:schemeClr val="dk1"/>
                </a:solidFill>
                <a:latin typeface="Calibri" panose="020F0502020204030204"/>
              </a:rPr>
              <a:t> Emails and messages: Perpetrators may send emails or messages to friends, family, or acquaintances that provide clues about their plans.</a:t>
            </a:r>
            <a:endParaRPr lang="en-US" sz="2000" b="0" strike="noStrike" spc="-1" dirty="0">
              <a:solidFill>
                <a:schemeClr val="dk1"/>
              </a:solidFill>
              <a:latin typeface="Calibri" panose="020F0502020204030204"/>
            </a:endParaRPr>
          </a:p>
          <a:p>
            <a:pPr marL="742950" indent="-514350">
              <a:lnSpc>
                <a:spcPct val="90000"/>
              </a:lnSpc>
              <a:spcBef>
                <a:spcPts val="1415"/>
              </a:spcBef>
              <a:buAutoNum type="arabicPeriod"/>
            </a:pPr>
            <a:r>
              <a:rPr lang="en-US" sz="2000" b="0" strike="noStrike" spc="-1" dirty="0">
                <a:solidFill>
                  <a:schemeClr val="dk1"/>
                </a:solidFill>
                <a:latin typeface="Calibri" panose="020F0502020204030204"/>
              </a:rPr>
              <a:t> Digital documents: Perpetrators may create digital documents, such as manifestos or plans, that outline their intentions.</a:t>
            </a:r>
            <a:endParaRPr lang="en-US" sz="2000" b="0" strike="noStrike" spc="-1" dirty="0">
              <a:solidFill>
                <a:schemeClr val="dk1"/>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indent="0" algn="ctr" defTabSz="914400">
              <a:lnSpc>
                <a:spcPct val="90000"/>
              </a:lnSpc>
              <a:buNone/>
            </a:pPr>
            <a:r>
              <a:rPr lang="en-IN" sz="4400" b="1" strike="noStrike" spc="-1" dirty="0">
                <a:solidFill>
                  <a:schemeClr val="accent1">
                    <a:lumMod val="75000"/>
                  </a:schemeClr>
                </a:solidFill>
                <a:latin typeface="Calibri" panose="020F0502020204030204"/>
              </a:rPr>
              <a:t>ABOUT THE ATTACK/TOPIC/PROBLEM STATEMENT</a:t>
            </a:r>
            <a:endParaRPr lang="en-US" sz="4400" b="0" strike="noStrike" spc="-1" dirty="0">
              <a:solidFill>
                <a:schemeClr val="dk1"/>
              </a:solidFill>
              <a:latin typeface="Calibri" panose="020F0502020204030204"/>
            </a:endParaRPr>
          </a:p>
        </p:txBody>
      </p:sp>
      <p:sp>
        <p:nvSpPr>
          <p:cNvPr id="90" name="PlaceHolder 2"/>
          <p:cNvSpPr>
            <a:spLocks noGrp="1"/>
          </p:cNvSpPr>
          <p:nvPr>
            <p:ph/>
          </p:nvPr>
        </p:nvSpPr>
        <p:spPr>
          <a:xfrm>
            <a:off x="634019" y="2091236"/>
            <a:ext cx="10515240" cy="4350960"/>
          </a:xfrm>
          <a:prstGeom prst="rect">
            <a:avLst/>
          </a:prstGeom>
          <a:noFill/>
          <a:ln w="0">
            <a:noFill/>
          </a:ln>
        </p:spPr>
        <p:txBody>
          <a:bodyPr anchor="t">
            <a:noAutofit/>
          </a:bodyPr>
          <a:lstStyle/>
          <a:p>
            <a:pPr indent="0">
              <a:lnSpc>
                <a:spcPct val="90000"/>
              </a:lnSpc>
              <a:spcBef>
                <a:spcPts val="1415"/>
              </a:spcBef>
              <a:buNone/>
            </a:pPr>
            <a:r>
              <a:rPr lang="en-US" sz="2000" b="0" strike="noStrike" spc="-1" dirty="0">
                <a:solidFill>
                  <a:schemeClr val="dk1"/>
                </a:solidFill>
                <a:latin typeface="Calibri" panose="020F0502020204030204"/>
              </a:rPr>
              <a:t>Importance of Digital Forensics in Mass Shootings</a:t>
            </a:r>
            <a:endParaRPr lang="en-US" sz="2000" b="0" strike="noStrike" spc="-1" dirty="0">
              <a:solidFill>
                <a:schemeClr val="dk1"/>
              </a:solidFill>
              <a:latin typeface="Calibri" panose="020F0502020204030204"/>
            </a:endParaRPr>
          </a:p>
          <a:p>
            <a:pPr indent="0">
              <a:lnSpc>
                <a:spcPct val="90000"/>
              </a:lnSpc>
              <a:spcBef>
                <a:spcPts val="1415"/>
              </a:spcBef>
              <a:buNone/>
            </a:pPr>
            <a:r>
              <a:rPr lang="en-US" sz="2000" b="0" strike="noStrike" spc="-1" dirty="0">
                <a:solidFill>
                  <a:schemeClr val="dk1"/>
                </a:solidFill>
                <a:latin typeface="Calibri" panose="020F0502020204030204"/>
              </a:rPr>
              <a:t>Digital forensics plays a critical role in investigating mass shootings, as it can help:</a:t>
            </a:r>
            <a:endParaRPr lang="en-US" sz="2000" b="0" strike="noStrike" spc="-1" dirty="0">
              <a:solidFill>
                <a:schemeClr val="dk1"/>
              </a:solidFill>
              <a:latin typeface="Calibri" panose="020F0502020204030204"/>
            </a:endParaRPr>
          </a:p>
          <a:p>
            <a:pPr marL="742950" indent="-514350">
              <a:lnSpc>
                <a:spcPct val="90000"/>
              </a:lnSpc>
              <a:spcBef>
                <a:spcPts val="1415"/>
              </a:spcBef>
              <a:buAutoNum type="arabicPeriod"/>
            </a:pPr>
            <a:r>
              <a:rPr lang="en-US" sz="2000" b="0" strike="noStrike" spc="-1" dirty="0">
                <a:solidFill>
                  <a:schemeClr val="dk1"/>
                </a:solidFill>
                <a:latin typeface="Calibri" panose="020F0502020204030204"/>
              </a:rPr>
              <a:t>Identify perpetrators: Digital evidence can help identify the perpetrator(s) of a mass shooting.</a:t>
            </a:r>
            <a:endParaRPr lang="en-US" sz="2000" b="0" strike="noStrike" spc="-1" dirty="0">
              <a:solidFill>
                <a:schemeClr val="dk1"/>
              </a:solidFill>
              <a:latin typeface="Calibri" panose="020F0502020204030204"/>
            </a:endParaRPr>
          </a:p>
          <a:p>
            <a:pPr marL="742950" indent="-514350">
              <a:lnSpc>
                <a:spcPct val="90000"/>
              </a:lnSpc>
              <a:spcBef>
                <a:spcPts val="1415"/>
              </a:spcBef>
              <a:buAutoNum type="arabicPeriod"/>
            </a:pPr>
            <a:r>
              <a:rPr lang="en-US" sz="2000" b="0" strike="noStrike" spc="-1" dirty="0">
                <a:solidFill>
                  <a:schemeClr val="dk1"/>
                </a:solidFill>
                <a:latin typeface="Calibri" panose="020F0502020204030204"/>
              </a:rPr>
              <a:t>Understand motivations: Digital evidence can provide clues about the motivations behind a mass shooting.</a:t>
            </a:r>
            <a:endParaRPr lang="en-US" sz="2000" b="0" strike="noStrike" spc="-1" dirty="0">
              <a:solidFill>
                <a:schemeClr val="dk1"/>
              </a:solidFill>
              <a:latin typeface="Calibri" panose="020F0502020204030204"/>
            </a:endParaRPr>
          </a:p>
          <a:p>
            <a:pPr marL="742950" indent="-514350">
              <a:lnSpc>
                <a:spcPct val="90000"/>
              </a:lnSpc>
              <a:spcBef>
                <a:spcPts val="1415"/>
              </a:spcBef>
              <a:buAutoNum type="arabicPeriod"/>
            </a:pPr>
            <a:r>
              <a:rPr lang="en-US" sz="2000" b="0" strike="noStrike" spc="-1" dirty="0">
                <a:solidFill>
                  <a:schemeClr val="dk1"/>
                </a:solidFill>
                <a:latin typeface="Calibri" panose="020F0502020204030204"/>
              </a:rPr>
              <a:t> Reconstruct events: Digital evidence can help reconstruct the events leading up to and during a mass shooting.</a:t>
            </a:r>
            <a:endParaRPr lang="en-US" sz="2000" b="0" strike="noStrike" spc="-1" dirty="0">
              <a:solidFill>
                <a:schemeClr val="dk1"/>
              </a:solidFill>
              <a:latin typeface="Calibri" panose="020F0502020204030204"/>
            </a:endParaRPr>
          </a:p>
          <a:p>
            <a:pPr marL="742950" indent="-514350">
              <a:lnSpc>
                <a:spcPct val="90000"/>
              </a:lnSpc>
              <a:spcBef>
                <a:spcPts val="1415"/>
              </a:spcBef>
              <a:buAutoNum type="arabicPeriod"/>
            </a:pPr>
            <a:r>
              <a:rPr lang="en-US" sz="2000" b="0" strike="noStrike" spc="-1" dirty="0">
                <a:solidFill>
                  <a:schemeClr val="dk1"/>
                </a:solidFill>
                <a:latin typeface="Calibri" panose="020F0502020204030204"/>
              </a:rPr>
              <a:t> Prevent future attacks: Digital evidence can help identify potential threats and prevent future mass shootings.</a:t>
            </a:r>
            <a:endParaRPr lang="en-US" sz="2000" b="0" strike="noStrike" spc="-1" dirty="0">
              <a:solidFill>
                <a:schemeClr val="dk1"/>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838080" y="-85"/>
            <a:ext cx="10515240" cy="1325160"/>
          </a:xfrm>
          <a:prstGeom prst="rect">
            <a:avLst/>
          </a:prstGeom>
          <a:noFill/>
          <a:ln w="0">
            <a:noFill/>
          </a:ln>
        </p:spPr>
        <p:txBody>
          <a:bodyPr anchor="ctr">
            <a:normAutofit fontScale="74783" lnSpcReduction="10000"/>
          </a:bodyPr>
          <a:lstStyle/>
          <a:p>
            <a:pPr indent="0" algn="ctr" defTabSz="914400">
              <a:lnSpc>
                <a:spcPct val="90000"/>
              </a:lnSpc>
              <a:buNone/>
            </a:pPr>
            <a:r>
              <a:rPr lang="en-IN" sz="4400" b="1" strike="noStrike" spc="-1" dirty="0">
                <a:solidFill>
                  <a:schemeClr val="accent1">
                    <a:lumMod val="75000"/>
                  </a:schemeClr>
                </a:solidFill>
                <a:latin typeface="Calibri" panose="020F0502020204030204"/>
              </a:rPr>
              <a:t>WHAT ARE THE REASONS BEHIND THE PROBLEM(TELL ABOUT THE ISSUES WHY THIS PROBLEM/ATTACKS ARE HAPPENING)</a:t>
            </a:r>
            <a:endParaRPr lang="en-US" sz="4400" b="0" strike="noStrike" spc="-1" dirty="0">
              <a:solidFill>
                <a:schemeClr val="dk1"/>
              </a:solidFill>
              <a:latin typeface="Calibri" panose="020F0502020204030204"/>
            </a:endParaRPr>
          </a:p>
        </p:txBody>
      </p:sp>
      <p:sp>
        <p:nvSpPr>
          <p:cNvPr id="92" name="PlaceHolder 2"/>
          <p:cNvSpPr>
            <a:spLocks noGrp="1"/>
          </p:cNvSpPr>
          <p:nvPr>
            <p:ph/>
          </p:nvPr>
        </p:nvSpPr>
        <p:spPr>
          <a:xfrm>
            <a:off x="192597" y="1128289"/>
            <a:ext cx="11537287" cy="4350960"/>
          </a:xfrm>
          <a:prstGeom prst="rect">
            <a:avLst/>
          </a:prstGeom>
          <a:noFill/>
          <a:ln w="0">
            <a:noFill/>
          </a:ln>
        </p:spPr>
        <p:txBody>
          <a:bodyPr anchor="t">
            <a:noAutofit/>
          </a:bodyPr>
          <a:lstStyle/>
          <a:p>
            <a:pPr marL="742950" indent="-514350">
              <a:lnSpc>
                <a:spcPct val="90000"/>
              </a:lnSpc>
              <a:spcBef>
                <a:spcPts val="1415"/>
              </a:spcBef>
              <a:buAutoNum type="arabicPeriod"/>
            </a:pPr>
            <a:r>
              <a:rPr lang="en-US" sz="2000" b="1" dirty="0">
                <a:solidFill>
                  <a:srgbClr val="00B0F0"/>
                </a:solidFill>
                <a:sym typeface="+mn-ea"/>
              </a:rPr>
              <a:t>Preservation of Evidence: </a:t>
            </a:r>
            <a:r>
              <a:rPr lang="en-US" sz="2000" dirty="0">
                <a:sym typeface="+mn-ea"/>
              </a:rPr>
              <a:t>Digital forensics plays a crucial role in preserving evidence that can be used in court. The process of collecting and analyzing digital evidence is done in a way that ensures its integrity and authenticity, making it admissible in court. This helps in building a strong case and increases the chances of conviction.</a:t>
            </a:r>
            <a:endParaRPr lang="en-US" sz="2000" dirty="0"/>
          </a:p>
          <a:p>
            <a:pPr marL="742950" indent="-514350">
              <a:lnSpc>
                <a:spcPct val="90000"/>
              </a:lnSpc>
              <a:spcBef>
                <a:spcPts val="1415"/>
              </a:spcBef>
              <a:buAutoNum type="arabicPeriod"/>
            </a:pPr>
            <a:r>
              <a:rPr lang="en-US" sz="2000" b="1" dirty="0">
                <a:solidFill>
                  <a:srgbClr val="00B0F0"/>
                </a:solidFill>
                <a:sym typeface="+mn-ea"/>
              </a:rPr>
              <a:t>Identification of Criminals: </a:t>
            </a:r>
            <a:r>
              <a:rPr lang="en-US" sz="2000" dirty="0">
                <a:sym typeface="+mn-ea"/>
              </a:rPr>
              <a:t>Digital forensics can be used to identify the perpetrators of a crime. It can help in tracing the origin of a cyber-attack, identifying the source of a leak, and linking a suspect to a crime scene. This helps law enforcement agencies in their investigations and brings criminals to justice.</a:t>
            </a:r>
            <a:endParaRPr lang="en-US" sz="2000" dirty="0"/>
          </a:p>
          <a:p>
            <a:pPr marL="742950" indent="-514350">
              <a:lnSpc>
                <a:spcPct val="90000"/>
              </a:lnSpc>
              <a:spcBef>
                <a:spcPts val="1415"/>
              </a:spcBef>
              <a:buAutoNum type="arabicPeriod"/>
            </a:pPr>
            <a:r>
              <a:rPr lang="en-US" sz="2000" b="1" dirty="0">
                <a:solidFill>
                  <a:srgbClr val="00B0F0"/>
                </a:solidFill>
                <a:sym typeface="+mn-ea"/>
              </a:rPr>
              <a:t>Protection of Corporate Interests: </a:t>
            </a:r>
            <a:r>
              <a:rPr lang="en-US" sz="2000" dirty="0">
                <a:sym typeface="+mn-ea"/>
              </a:rPr>
              <a:t>Digital forensics can be used to protect the interests of corporations and organizations. It can help in identifying and preventing internal fraud, data breaches, and other cyber threats. This helps organizations in maintaining the confidentiality of their data and protecting their reputation.</a:t>
            </a:r>
            <a:endParaRPr lang="en-US" sz="2000" dirty="0"/>
          </a:p>
          <a:p>
            <a:pPr marL="742950" indent="-514350">
              <a:lnSpc>
                <a:spcPct val="90000"/>
              </a:lnSpc>
              <a:spcBef>
                <a:spcPts val="1415"/>
              </a:spcBef>
              <a:buAutoNum type="arabicPeriod"/>
            </a:pPr>
            <a:r>
              <a:rPr lang="en-US" sz="2000" b="1" dirty="0">
                <a:solidFill>
                  <a:srgbClr val="00B0F0"/>
                </a:solidFill>
                <a:sym typeface="+mn-ea"/>
              </a:rPr>
              <a:t>Assisting in Cybercrime Investigations: </a:t>
            </a:r>
            <a:r>
              <a:rPr lang="en-US" sz="2000" dirty="0">
                <a:sym typeface="+mn-ea"/>
              </a:rPr>
              <a:t>Digital forensics plays a vital role in investigating cybercrimes such as hacking, identity theft, and online fraud. It can help in tracing the origin of a cyber-attack and identifying the source of a leak. This helps law enforcement agencies in their investigations and brings cybercriminals to justice.</a:t>
            </a:r>
            <a:endParaRPr lang="en-US" sz="2000" dirty="0"/>
          </a:p>
          <a:p>
            <a:pPr marL="742950" indent="-514350">
              <a:lnSpc>
                <a:spcPct val="90000"/>
              </a:lnSpc>
              <a:spcBef>
                <a:spcPts val="1415"/>
              </a:spcBef>
              <a:buAutoNum type="arabicPeriod"/>
            </a:pPr>
            <a:r>
              <a:rPr lang="en-US" sz="2000" b="1" dirty="0">
                <a:solidFill>
                  <a:srgbClr val="00B0F0"/>
                </a:solidFill>
                <a:sym typeface="+mn-ea"/>
              </a:rPr>
              <a:t>Facilitating Legal Proceedings: </a:t>
            </a:r>
            <a:r>
              <a:rPr lang="en-US" sz="2000" dirty="0">
                <a:sym typeface="+mn-ea"/>
              </a:rPr>
              <a:t>Digital forensics can assist in legal proceedings by providing evidence that can be used in court. It can help in proving the authenticity of digital evidence and linking suspects to a crime scene. This helps in building a strong case and increases the chances of conviction.</a:t>
            </a:r>
            <a:endParaRPr lang="en-US" sz="2000" b="0" strike="noStrike" spc="-1" dirty="0">
              <a:solidFill>
                <a:schemeClr val="dk1"/>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gn="ctr" defTabSz="914400">
              <a:lnSpc>
                <a:spcPct val="90000"/>
              </a:lnSpc>
              <a:buNone/>
            </a:pPr>
            <a:r>
              <a:rPr lang="en-IN" sz="4400" b="1" strike="noStrike" spc="-1">
                <a:solidFill>
                  <a:schemeClr val="accent1">
                    <a:lumMod val="75000"/>
                  </a:schemeClr>
                </a:solidFill>
                <a:latin typeface="Calibri" panose="020F0502020204030204"/>
              </a:rPr>
              <a:t>SUGGEST SOME POSSIBLE SOLUTIONS/COUNTERMEASURES</a:t>
            </a:r>
            <a:endParaRPr lang="en-US" sz="4400" b="0" strike="noStrike" spc="-1">
              <a:solidFill>
                <a:schemeClr val="dk1"/>
              </a:solidFill>
              <a:latin typeface="Calibri" panose="020F0502020204030204"/>
            </a:endParaRPr>
          </a:p>
        </p:txBody>
      </p:sp>
      <p:sp>
        <p:nvSpPr>
          <p:cNvPr id="94" name="PlaceHolder 2"/>
          <p:cNvSpPr>
            <a:spLocks noGrp="1"/>
          </p:cNvSpPr>
          <p:nvPr>
            <p:ph/>
          </p:nvPr>
        </p:nvSpPr>
        <p:spPr>
          <a:xfrm>
            <a:off x="838080" y="1825560"/>
            <a:ext cx="10515240" cy="4350960"/>
          </a:xfrm>
          <a:prstGeom prst="rect">
            <a:avLst/>
          </a:prstGeom>
          <a:noFill/>
          <a:ln w="0">
            <a:noFill/>
          </a:ln>
        </p:spPr>
        <p:txBody>
          <a:bodyPr anchor="t">
            <a:noAutofit/>
          </a:bodyPr>
          <a:lstStyle/>
          <a:p>
            <a:pPr marL="0" indent="0">
              <a:buNone/>
            </a:pPr>
            <a:r>
              <a:rPr lang="en-US" sz="2000" dirty="0">
                <a:sym typeface="+mn-ea"/>
              </a:rPr>
              <a:t>To protect your laptop from digital </a:t>
            </a:r>
            <a:r>
              <a:rPr lang="en-US" sz="2000">
                <a:sym typeface="+mn-ea"/>
              </a:rPr>
              <a:t>forensic investigation, </a:t>
            </a:r>
            <a:r>
              <a:rPr lang="en-US" sz="2000" dirty="0">
                <a:sym typeface="+mn-ea"/>
              </a:rPr>
              <a:t>w</a:t>
            </a:r>
            <a:r>
              <a:rPr lang="en-US" sz="2000">
                <a:sym typeface="+mn-ea"/>
              </a:rPr>
              <a:t>hile </a:t>
            </a:r>
            <a:r>
              <a:rPr lang="en-US" sz="2000" dirty="0">
                <a:sym typeface="+mn-ea"/>
              </a:rPr>
              <a:t>it's crucial to respect legal boundaries and not engage in illegal activities, here are some general tips to safeguard your data and privacy:</a:t>
            </a:r>
            <a:endParaRPr lang="en-US" sz="2000" dirty="0"/>
          </a:p>
          <a:p>
            <a:pPr indent="0">
              <a:lnSpc>
                <a:spcPct val="90000"/>
              </a:lnSpc>
              <a:spcBef>
                <a:spcPts val="1415"/>
              </a:spcBef>
              <a:buNone/>
            </a:pPr>
            <a:r>
              <a:rPr lang="en-US" sz="2000" b="1" dirty="0">
                <a:solidFill>
                  <a:srgbClr val="00B0F0"/>
                </a:solidFill>
                <a:sym typeface="+mn-ea"/>
              </a:rPr>
              <a:t>Full Disk Encryption</a:t>
            </a:r>
            <a:r>
              <a:rPr lang="en-US" sz="2000" dirty="0">
                <a:solidFill>
                  <a:srgbClr val="00B0F0"/>
                </a:solidFill>
                <a:sym typeface="+mn-ea"/>
              </a:rPr>
              <a:t>: </a:t>
            </a:r>
            <a:r>
              <a:rPr lang="en-US" sz="2000" dirty="0">
                <a:sym typeface="+mn-ea"/>
              </a:rPr>
              <a:t>Use strong encryption software like BitLocker (Windows) or </a:t>
            </a:r>
            <a:r>
              <a:rPr lang="en-US" sz="2000" dirty="0" err="1">
                <a:sym typeface="+mn-ea"/>
              </a:rPr>
              <a:t>FileVault</a:t>
            </a:r>
            <a:r>
              <a:rPr lang="en-US" sz="2000" dirty="0">
                <a:sym typeface="+mn-ea"/>
              </a:rPr>
              <a:t> (Mac) to encrypt your entire hard drive. This makes it difficult for forensic investigators to access your files without your password.</a:t>
            </a:r>
            <a:endParaRPr lang="en-US" sz="2000" dirty="0"/>
          </a:p>
          <a:p>
            <a:pPr indent="0">
              <a:lnSpc>
                <a:spcPct val="90000"/>
              </a:lnSpc>
              <a:spcBef>
                <a:spcPts val="1415"/>
              </a:spcBef>
              <a:buNone/>
            </a:pPr>
            <a:r>
              <a:rPr lang="en-US" sz="2000" b="1" dirty="0">
                <a:solidFill>
                  <a:srgbClr val="00B0F0"/>
                </a:solidFill>
                <a:sym typeface="+mn-ea"/>
              </a:rPr>
              <a:t>Secure Boot and BIOS/UEFI Password</a:t>
            </a:r>
            <a:r>
              <a:rPr lang="en-US" sz="2000" dirty="0">
                <a:solidFill>
                  <a:srgbClr val="00B0F0"/>
                </a:solidFill>
                <a:sym typeface="+mn-ea"/>
              </a:rPr>
              <a:t>: </a:t>
            </a:r>
            <a:r>
              <a:rPr lang="en-US" sz="2000" dirty="0">
                <a:sym typeface="+mn-ea"/>
              </a:rPr>
              <a:t>Enable secure boot options in your BIOS or UEFI firmware settings. Set a strong password to prevent unauthorized access or modifications to your boot settings.</a:t>
            </a:r>
            <a:endParaRPr lang="en-US" sz="2000" dirty="0"/>
          </a:p>
          <a:p>
            <a:pPr indent="0">
              <a:lnSpc>
                <a:spcPct val="90000"/>
              </a:lnSpc>
              <a:spcBef>
                <a:spcPts val="1415"/>
              </a:spcBef>
              <a:buNone/>
            </a:pPr>
            <a:r>
              <a:rPr lang="en-US" sz="2000" b="1" dirty="0">
                <a:solidFill>
                  <a:srgbClr val="00B0F0"/>
                </a:solidFill>
                <a:sym typeface="+mn-ea"/>
              </a:rPr>
              <a:t>Use Virtual Machines (VMs)</a:t>
            </a:r>
            <a:r>
              <a:rPr lang="en-US" sz="2000" dirty="0">
                <a:solidFill>
                  <a:srgbClr val="00B0F0"/>
                </a:solidFill>
                <a:sym typeface="+mn-ea"/>
              </a:rPr>
              <a:t>: </a:t>
            </a:r>
            <a:r>
              <a:rPr lang="en-US" sz="2000" dirty="0">
                <a:sym typeface="+mn-ea"/>
              </a:rPr>
              <a:t>Work within a virtual machine environment (e.g., VirtualBox, VMware) for sensitive activities. VMs can be easily encrypted and deleted, leaving no trace on your physical machine.</a:t>
            </a:r>
            <a:endParaRPr lang="en-US" sz="2000" dirty="0"/>
          </a:p>
          <a:p>
            <a:pPr indent="0">
              <a:lnSpc>
                <a:spcPct val="90000"/>
              </a:lnSpc>
              <a:spcBef>
                <a:spcPts val="1415"/>
              </a:spcBef>
              <a:buNone/>
            </a:pPr>
            <a:endParaRPr lang="en-IN" sz="2000" dirty="0"/>
          </a:p>
          <a:p>
            <a:pPr indent="0">
              <a:lnSpc>
                <a:spcPct val="90000"/>
              </a:lnSpc>
              <a:spcBef>
                <a:spcPts val="1415"/>
              </a:spcBef>
              <a:buNone/>
            </a:pPr>
            <a:endParaRPr lang="en-US" sz="2000" b="0" strike="noStrike" spc="-1">
              <a:solidFill>
                <a:schemeClr val="dk1"/>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2"/>
          <p:cNvSpPr>
            <a:spLocks noGrp="1"/>
          </p:cNvSpPr>
          <p:nvPr>
            <p:ph/>
          </p:nvPr>
        </p:nvSpPr>
        <p:spPr>
          <a:xfrm>
            <a:off x="549155" y="368870"/>
            <a:ext cx="10515240" cy="4350960"/>
          </a:xfrm>
          <a:prstGeom prst="rect">
            <a:avLst/>
          </a:prstGeom>
          <a:noFill/>
          <a:ln w="0">
            <a:noFill/>
          </a:ln>
        </p:spPr>
        <p:txBody>
          <a:bodyPr anchor="t">
            <a:noAutofit/>
          </a:bodyPr>
          <a:lstStyle/>
          <a:p>
            <a:pPr marL="285750" indent="-285750">
              <a:buFont typeface="Arial" panose="020B0604020202020204" pitchFamily="34" charset="0"/>
              <a:buChar char="•"/>
            </a:pPr>
            <a:r>
              <a:rPr lang="en-US" sz="2000" b="1" dirty="0">
                <a:solidFill>
                  <a:srgbClr val="00B0F0"/>
                </a:solidFill>
                <a:sym typeface="+mn-ea"/>
              </a:rPr>
              <a:t>Avoid Storing Sensitive Data Locally</a:t>
            </a:r>
            <a:r>
              <a:rPr lang="en-US" sz="2000" dirty="0">
                <a:solidFill>
                  <a:srgbClr val="00B0F0"/>
                </a:solidFill>
                <a:sym typeface="+mn-ea"/>
              </a:rPr>
              <a:t>: </a:t>
            </a:r>
            <a:r>
              <a:rPr lang="en-US" sz="2000" dirty="0">
                <a:sym typeface="+mn-ea"/>
              </a:rPr>
              <a:t>Whenever possible, store sensitive data on encrypted external drives or in secure cloud storage with strong encryption protocols.</a:t>
            </a:r>
            <a:endParaRPr lang="en-US" sz="2000" dirty="0"/>
          </a:p>
          <a:p>
            <a:pPr marL="285750" indent="-285750">
              <a:buFont typeface="Arial" panose="020B0604020202020204" pitchFamily="34" charset="0"/>
              <a:buChar char="•"/>
            </a:pPr>
            <a:r>
              <a:rPr lang="en-US" sz="2000" b="1" dirty="0">
                <a:solidFill>
                  <a:srgbClr val="00B0F0"/>
                </a:solidFill>
                <a:sym typeface="+mn-ea"/>
              </a:rPr>
              <a:t>Use Secure Communication Tools</a:t>
            </a:r>
            <a:r>
              <a:rPr lang="en-US" sz="2000" dirty="0">
                <a:solidFill>
                  <a:srgbClr val="00B0F0"/>
                </a:solidFill>
                <a:sym typeface="+mn-ea"/>
              </a:rPr>
              <a:t>: </a:t>
            </a:r>
            <a:r>
              <a:rPr lang="en-US" sz="2000" dirty="0">
                <a:sym typeface="+mn-ea"/>
              </a:rPr>
              <a:t>Employ end-to-end encrypted communication tools for sensitive conversations (e.g., Signal for messaging, </a:t>
            </a:r>
            <a:r>
              <a:rPr lang="en-US" sz="2000" dirty="0" err="1">
                <a:sym typeface="+mn-ea"/>
              </a:rPr>
              <a:t>ProtonMail</a:t>
            </a:r>
            <a:r>
              <a:rPr lang="en-US" sz="2000" dirty="0">
                <a:sym typeface="+mn-ea"/>
              </a:rPr>
              <a:t> for email).</a:t>
            </a:r>
            <a:endParaRPr lang="en-US" sz="2000" dirty="0"/>
          </a:p>
          <a:p>
            <a:pPr marL="285750" indent="-285750">
              <a:buFont typeface="Arial" panose="020B0604020202020204" pitchFamily="34" charset="0"/>
              <a:buChar char="•"/>
            </a:pPr>
            <a:r>
              <a:rPr lang="en-US" sz="2000" b="1" dirty="0">
                <a:solidFill>
                  <a:srgbClr val="00B0F0"/>
                </a:solidFill>
                <a:sym typeface="+mn-ea"/>
              </a:rPr>
              <a:t>Regularly Update Software</a:t>
            </a:r>
            <a:r>
              <a:rPr lang="en-US" sz="2000" dirty="0">
                <a:solidFill>
                  <a:srgbClr val="00B0F0"/>
                </a:solidFill>
                <a:sym typeface="+mn-ea"/>
              </a:rPr>
              <a:t>: </a:t>
            </a:r>
            <a:r>
              <a:rPr lang="en-US" sz="2000" dirty="0">
                <a:sym typeface="+mn-ea"/>
              </a:rPr>
              <a:t>Keep your operating system, applications, and security software up to date to protect against known vulnerabilities.</a:t>
            </a:r>
            <a:endParaRPr lang="en-US" sz="2000" dirty="0"/>
          </a:p>
          <a:p>
            <a:pPr marL="285750" indent="-285750">
              <a:buFont typeface="Arial" panose="020B0604020202020204" pitchFamily="34" charset="0"/>
              <a:buChar char="•"/>
            </a:pPr>
            <a:r>
              <a:rPr lang="en-US" sz="2000" b="1" dirty="0">
                <a:solidFill>
                  <a:srgbClr val="00B0F0"/>
                </a:solidFill>
                <a:sym typeface="+mn-ea"/>
              </a:rPr>
              <a:t>Securely Delete Files</a:t>
            </a:r>
            <a:r>
              <a:rPr lang="en-US" sz="2000" dirty="0">
                <a:solidFill>
                  <a:srgbClr val="00B0F0"/>
                </a:solidFill>
                <a:sym typeface="+mn-ea"/>
              </a:rPr>
              <a:t>: </a:t>
            </a:r>
            <a:r>
              <a:rPr lang="en-US" sz="2000" dirty="0">
                <a:sym typeface="+mn-ea"/>
              </a:rPr>
              <a:t>Use tools that securely delete files by overwriting them multiple times, making them harder to recover.</a:t>
            </a:r>
            <a:endParaRPr lang="en-US" sz="2000" dirty="0"/>
          </a:p>
          <a:p>
            <a:pPr marL="285750" indent="-285750">
              <a:buFont typeface="Arial" panose="020B0604020202020204" pitchFamily="34" charset="0"/>
              <a:buChar char="•"/>
            </a:pPr>
            <a:r>
              <a:rPr lang="en-US" sz="2000" b="1" dirty="0">
                <a:solidFill>
                  <a:srgbClr val="00B0F0"/>
                </a:solidFill>
                <a:sym typeface="+mn-ea"/>
              </a:rPr>
              <a:t>Disable Logging and Clear History</a:t>
            </a:r>
            <a:r>
              <a:rPr lang="en-US" sz="2000" dirty="0">
                <a:solidFill>
                  <a:srgbClr val="00B0F0"/>
                </a:solidFill>
                <a:sym typeface="+mn-ea"/>
              </a:rPr>
              <a:t>: </a:t>
            </a:r>
            <a:r>
              <a:rPr lang="en-US" sz="2000" dirty="0">
                <a:sym typeface="+mn-ea"/>
              </a:rPr>
              <a:t>Disable or limit logging and clear browser history, cookies, and caches regularly.</a:t>
            </a:r>
            <a:endParaRPr lang="en-US" sz="2000" dirty="0"/>
          </a:p>
          <a:p>
            <a:pPr marL="285750" indent="-285750">
              <a:buFont typeface="Arial" panose="020B0604020202020204" pitchFamily="34" charset="0"/>
              <a:buChar char="•"/>
            </a:pPr>
            <a:r>
              <a:rPr lang="en-US" sz="2000" b="1" dirty="0">
                <a:solidFill>
                  <a:srgbClr val="00B0F0"/>
                </a:solidFill>
                <a:sym typeface="+mn-ea"/>
              </a:rPr>
              <a:t>Physical Security</a:t>
            </a:r>
            <a:r>
              <a:rPr lang="en-US" sz="2000" dirty="0">
                <a:solidFill>
                  <a:srgbClr val="00B0F0"/>
                </a:solidFill>
                <a:sym typeface="+mn-ea"/>
              </a:rPr>
              <a:t>: </a:t>
            </a:r>
            <a:r>
              <a:rPr lang="en-US" sz="2000" dirty="0">
                <a:sym typeface="+mn-ea"/>
              </a:rPr>
              <a:t>Physically secure your laptop with a strong password, lock, or cable when not in use to prevent unauthorized access.</a:t>
            </a:r>
            <a:endParaRPr lang="en-US" sz="2000" dirty="0"/>
          </a:p>
          <a:p>
            <a:pPr marL="285750" indent="-285750">
              <a:buFont typeface="Arial" panose="020B0604020202020204" pitchFamily="34" charset="0"/>
              <a:buChar char="•"/>
            </a:pPr>
            <a:r>
              <a:rPr lang="en-US" sz="2000" b="1" dirty="0">
                <a:solidFill>
                  <a:srgbClr val="00B0F0"/>
                </a:solidFill>
                <a:sym typeface="+mn-ea"/>
              </a:rPr>
              <a:t>Legal Considerations</a:t>
            </a:r>
            <a:r>
              <a:rPr lang="en-US" sz="2000" dirty="0">
                <a:solidFill>
                  <a:srgbClr val="00B0F0"/>
                </a:solidFill>
                <a:sym typeface="+mn-ea"/>
              </a:rPr>
              <a:t>: </a:t>
            </a:r>
            <a:r>
              <a:rPr lang="en-US" sz="2000" dirty="0">
                <a:sym typeface="+mn-ea"/>
              </a:rPr>
              <a:t>Finally, ensure that all your actions comply with the laws and regulations of your jurisdiction. Engaging in illegal activities or attempting to obstruct a lawful investigation can have serious consequences.</a:t>
            </a:r>
            <a:endParaRPr lang="en-US" sz="2000" dirty="0"/>
          </a:p>
          <a:p>
            <a:pPr indent="0">
              <a:lnSpc>
                <a:spcPct val="90000"/>
              </a:lnSpc>
              <a:spcBef>
                <a:spcPts val="1415"/>
              </a:spcBef>
              <a:buNone/>
            </a:pPr>
            <a:endParaRPr lang="en-US" sz="2000" dirty="0"/>
          </a:p>
          <a:p>
            <a:pPr indent="0">
              <a:lnSpc>
                <a:spcPct val="90000"/>
              </a:lnSpc>
              <a:spcBef>
                <a:spcPts val="1415"/>
              </a:spcBef>
              <a:buNone/>
            </a:pPr>
            <a:r>
              <a:rPr lang="en-US" sz="2000" dirty="0">
                <a:sym typeface="+mn-ea"/>
              </a:rPr>
              <a:t>Remember, while these measures can enhance your privacy and security, nothing is foolproof. It's essential to stay informed about evolving threats and security practices to adapt accordingly.</a:t>
            </a:r>
            <a:endParaRPr lang="en-US" sz="2000" dirty="0"/>
          </a:p>
          <a:p>
            <a:pPr marL="285750" indent="-285750">
              <a:buFont typeface="Arial" panose="020B0604020202020204" pitchFamily="34" charset="0"/>
              <a:buChar char="•"/>
            </a:pPr>
            <a:endParaRPr lang="en-US" sz="2000" b="0" strike="noStrike" spc="-1">
              <a:solidFill>
                <a:schemeClr val="dk1"/>
              </a:solidFill>
              <a:latin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p:nvPr>
        </p:nvSpPr>
        <p:spPr>
          <a:xfrm>
            <a:off x="452000" y="2059290"/>
            <a:ext cx="10515240" cy="5294520"/>
          </a:xfrm>
          <a:prstGeom prst="rect">
            <a:avLst/>
          </a:prstGeom>
          <a:noFill/>
          <a:ln w="0">
            <a:noFill/>
          </a:ln>
        </p:spPr>
        <p:txBody>
          <a:bodyPr anchor="t">
            <a:normAutofit/>
          </a:bodyPr>
          <a:lstStyle/>
          <a:p>
            <a:pPr indent="0" algn="ctr" defTabSz="914400">
              <a:lnSpc>
                <a:spcPct val="90000"/>
              </a:lnSpc>
              <a:spcBef>
                <a:spcPts val="1000"/>
              </a:spcBef>
              <a:buNone/>
              <a:tabLst>
                <a:tab pos="0" algn="l"/>
              </a:tabLst>
            </a:pPr>
            <a:endParaRPr lang="en-US" sz="6000" b="0" strike="noStrike" spc="-1">
              <a:solidFill>
                <a:schemeClr val="dk1"/>
              </a:solidFill>
              <a:latin typeface="Calibri" panose="020F0502020204030204"/>
            </a:endParaRPr>
          </a:p>
          <a:p>
            <a:pPr indent="0" algn="ctr" defTabSz="914400">
              <a:lnSpc>
                <a:spcPct val="90000"/>
              </a:lnSpc>
              <a:spcBef>
                <a:spcPts val="1000"/>
              </a:spcBef>
              <a:buNone/>
              <a:tabLst>
                <a:tab pos="0" algn="l"/>
              </a:tabLst>
            </a:pPr>
            <a:r>
              <a:rPr lang="en-IN" sz="7200" b="1" strike="noStrike" spc="-1">
                <a:solidFill>
                  <a:srgbClr val="FF0000"/>
                </a:solidFill>
                <a:latin typeface="Calibri" panose="020F0502020204030204"/>
              </a:rPr>
              <a:t>THANK YOU</a:t>
            </a:r>
            <a:endParaRPr lang="en-US" sz="7200" b="0" strike="noStrike" spc="-1">
              <a:solidFill>
                <a:schemeClr val="dk1"/>
              </a:solidFill>
              <a:latin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9582</Words>
  <Application>WPS Presentation</Application>
  <PresentationFormat>Widescreen</PresentationFormat>
  <Paragraphs>91</Paragraphs>
  <Slides>12</Slides>
  <Notes>1</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12</vt:i4>
      </vt:variant>
    </vt:vector>
  </HeadingPairs>
  <TitlesOfParts>
    <vt:vector size="27" baseType="lpstr">
      <vt:lpstr>Arial</vt:lpstr>
      <vt:lpstr>SimSun</vt:lpstr>
      <vt:lpstr>Wingdings</vt:lpstr>
      <vt:lpstr>Calibri Light</vt:lpstr>
      <vt:lpstr>Calibri</vt:lpstr>
      <vt:lpstr>Times New Roman</vt:lpstr>
      <vt:lpstr>Symbol</vt:lpstr>
      <vt:lpstr>Arial</vt:lpstr>
      <vt:lpstr>Calibri</vt:lpstr>
      <vt:lpstr>Times New Roman</vt:lpstr>
      <vt:lpstr>Microsoft YaHei</vt:lpstr>
      <vt:lpstr>Arial Unicode MS</vt:lpstr>
      <vt:lpstr>Calibri Light</vt:lpstr>
      <vt:lpstr>Office Theme</vt:lpstr>
      <vt:lpstr>Office Theme</vt:lpstr>
      <vt:lpstr> CYBER GYAN VIRTUAL INTERNSHIP PROGRAM Centre for Development of Advanced Computing (CDAC), Noida </vt:lpstr>
      <vt:lpstr>PowerPoint 演示文稿</vt:lpstr>
      <vt:lpstr>PROBLEM STATEMENT</vt:lpstr>
      <vt:lpstr>TECHNOLOGY/TOOLS TO BE USED</vt:lpstr>
      <vt:lpstr>ABOUT THE ATTACK/TOPIC/PROBLEM STATEMENT</vt:lpstr>
      <vt:lpstr>ABOUT THE ATTACK/TOPIC/PROBLEM STATEMENT</vt:lpstr>
      <vt:lpstr>ABOUT THE ATTACK/TOPIC/PROBLEM STATEMENT</vt:lpstr>
      <vt:lpstr>ABOUT THE ATTACK/TOPIC/PROBLEM STATEMENT</vt:lpstr>
      <vt:lpstr>WHAT ARE THE REASONS BEHIND THE PROBLEM(TELL ABOUT THE ISSUES WHY THIS PROBLEM/ATTACKS ARE HAPPENING)</vt:lpstr>
      <vt:lpstr>SUGGEST SOME POSSIBLE SOLUTIONS/COUNTERMEASURES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GYAN VIRTUAL INTERNSHIP PROGRAM CDAC, Noida</dc:title>
  <dc:creator>Kajal Kashyap</dc:creator>
  <cp:lastModifiedBy>Purva Markam</cp:lastModifiedBy>
  <cp:revision>14</cp:revision>
  <dcterms:created xsi:type="dcterms:W3CDTF">2024-06-18T09:23:00Z</dcterms:created>
  <dcterms:modified xsi:type="dcterms:W3CDTF">2025-01-20T10:59:47Z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9</vt:i4>
  </property>
  <property fmtid="{D5CDD505-2E9C-101B-9397-08002B2CF9AE}" pid="4" name="ICV">
    <vt:lpwstr>DC44A4F0B02C4A1D93A7D0D9C9F155DB_12</vt:lpwstr>
  </property>
  <property fmtid="{D5CDD505-2E9C-101B-9397-08002B2CF9AE}" pid="5" name="KSOProductBuildVer">
    <vt:lpwstr>1033-12.2.0.19805</vt:lpwstr>
  </property>
</Properties>
</file>